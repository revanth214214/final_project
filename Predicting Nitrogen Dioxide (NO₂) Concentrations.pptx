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DBB649-595C-41F9-AF30-B97866FC6AE4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5784803-D9F8-4C61-B803-0EF91375B857}">
      <dgm:prSet/>
      <dgm:spPr/>
      <dgm:t>
        <a:bodyPr/>
        <a:lstStyle/>
        <a:p>
          <a:r>
            <a:rPr lang="en-US" b="0" i="0" baseline="0"/>
            <a:t>Filtered for </a:t>
          </a:r>
          <a:r>
            <a:rPr lang="en-US" b="1" i="0" baseline="0"/>
            <a:t>Houston</a:t>
          </a:r>
          <a:r>
            <a:rPr lang="en-US" b="0" i="0" baseline="0"/>
            <a:t> to maintain consistency</a:t>
          </a:r>
          <a:endParaRPr lang="en-US"/>
        </a:p>
      </dgm:t>
    </dgm:pt>
    <dgm:pt modelId="{FF1D4B08-7C7E-4601-BB61-9D7EFD337940}" type="parTrans" cxnId="{5B7548F9-849C-420E-AD71-25A88C8F6B9C}">
      <dgm:prSet/>
      <dgm:spPr/>
      <dgm:t>
        <a:bodyPr/>
        <a:lstStyle/>
        <a:p>
          <a:endParaRPr lang="en-US"/>
        </a:p>
      </dgm:t>
    </dgm:pt>
    <dgm:pt modelId="{6959CA4D-FB19-456A-9D49-89D6AED75FF2}" type="sibTrans" cxnId="{5B7548F9-849C-420E-AD71-25A88C8F6B9C}">
      <dgm:prSet/>
      <dgm:spPr/>
      <dgm:t>
        <a:bodyPr/>
        <a:lstStyle/>
        <a:p>
          <a:endParaRPr lang="en-US"/>
        </a:p>
      </dgm:t>
    </dgm:pt>
    <dgm:pt modelId="{870B980E-7EDC-480B-B9B6-4DCDAA806340}">
      <dgm:prSet/>
      <dgm:spPr/>
      <dgm:t>
        <a:bodyPr/>
        <a:lstStyle/>
        <a:p>
          <a:r>
            <a:rPr lang="en-US" b="0" i="0" baseline="0"/>
            <a:t>Converted dates, standardized columns</a:t>
          </a:r>
          <a:endParaRPr lang="en-US"/>
        </a:p>
      </dgm:t>
    </dgm:pt>
    <dgm:pt modelId="{B707D2FE-DA6B-42D4-8612-066883B09957}" type="parTrans" cxnId="{849BA4C9-BCD4-4247-A3FD-BFA564DF577B}">
      <dgm:prSet/>
      <dgm:spPr/>
      <dgm:t>
        <a:bodyPr/>
        <a:lstStyle/>
        <a:p>
          <a:endParaRPr lang="en-US"/>
        </a:p>
      </dgm:t>
    </dgm:pt>
    <dgm:pt modelId="{04B7AD36-1CD3-4592-8FDB-E0FDCE26E770}" type="sibTrans" cxnId="{849BA4C9-BCD4-4247-A3FD-BFA564DF577B}">
      <dgm:prSet/>
      <dgm:spPr/>
      <dgm:t>
        <a:bodyPr/>
        <a:lstStyle/>
        <a:p>
          <a:endParaRPr lang="en-US"/>
        </a:p>
      </dgm:t>
    </dgm:pt>
    <dgm:pt modelId="{098AD308-DD64-4489-B8F1-634B820A7A3E}">
      <dgm:prSet/>
      <dgm:spPr/>
      <dgm:t>
        <a:bodyPr/>
        <a:lstStyle/>
        <a:p>
          <a:r>
            <a:rPr lang="en-US" b="0" i="0" baseline="0"/>
            <a:t>Merged with daily weather data using timestamps</a:t>
          </a:r>
          <a:endParaRPr lang="en-US"/>
        </a:p>
      </dgm:t>
    </dgm:pt>
    <dgm:pt modelId="{AFA6826C-391A-4353-964B-835CF191878E}" type="parTrans" cxnId="{DE0FACF2-DFCD-4AC8-86DA-ADA4327E9754}">
      <dgm:prSet/>
      <dgm:spPr/>
      <dgm:t>
        <a:bodyPr/>
        <a:lstStyle/>
        <a:p>
          <a:endParaRPr lang="en-US"/>
        </a:p>
      </dgm:t>
    </dgm:pt>
    <dgm:pt modelId="{CAC66302-450D-4EBA-9A5D-F9432393C08F}" type="sibTrans" cxnId="{DE0FACF2-DFCD-4AC8-86DA-ADA4327E9754}">
      <dgm:prSet/>
      <dgm:spPr/>
      <dgm:t>
        <a:bodyPr/>
        <a:lstStyle/>
        <a:p>
          <a:endParaRPr lang="en-US"/>
        </a:p>
      </dgm:t>
    </dgm:pt>
    <dgm:pt modelId="{3E64B9B6-A5F5-4C5A-95F9-3932143C8AE2}" type="pres">
      <dgm:prSet presAssocID="{3FDBB649-595C-41F9-AF30-B97866FC6AE4}" presName="outerComposite" presStyleCnt="0">
        <dgm:presLayoutVars>
          <dgm:chMax val="5"/>
          <dgm:dir/>
          <dgm:resizeHandles val="exact"/>
        </dgm:presLayoutVars>
      </dgm:prSet>
      <dgm:spPr/>
    </dgm:pt>
    <dgm:pt modelId="{F1E11ECD-7902-4D07-B22D-305CC8347B53}" type="pres">
      <dgm:prSet presAssocID="{3FDBB649-595C-41F9-AF30-B97866FC6AE4}" presName="dummyMaxCanvas" presStyleCnt="0">
        <dgm:presLayoutVars/>
      </dgm:prSet>
      <dgm:spPr/>
    </dgm:pt>
    <dgm:pt modelId="{BABD7F09-F357-4137-917C-8A185E73322C}" type="pres">
      <dgm:prSet presAssocID="{3FDBB649-595C-41F9-AF30-B97866FC6AE4}" presName="ThreeNodes_1" presStyleLbl="node1" presStyleIdx="0" presStyleCnt="3">
        <dgm:presLayoutVars>
          <dgm:bulletEnabled val="1"/>
        </dgm:presLayoutVars>
      </dgm:prSet>
      <dgm:spPr/>
    </dgm:pt>
    <dgm:pt modelId="{C4374211-35B4-42A5-8BD4-DE07D11BE4C5}" type="pres">
      <dgm:prSet presAssocID="{3FDBB649-595C-41F9-AF30-B97866FC6AE4}" presName="ThreeNodes_2" presStyleLbl="node1" presStyleIdx="1" presStyleCnt="3">
        <dgm:presLayoutVars>
          <dgm:bulletEnabled val="1"/>
        </dgm:presLayoutVars>
      </dgm:prSet>
      <dgm:spPr/>
    </dgm:pt>
    <dgm:pt modelId="{55E826D2-6F10-40B6-9AD4-78CE4A8C441A}" type="pres">
      <dgm:prSet presAssocID="{3FDBB649-595C-41F9-AF30-B97866FC6AE4}" presName="ThreeNodes_3" presStyleLbl="node1" presStyleIdx="2" presStyleCnt="3">
        <dgm:presLayoutVars>
          <dgm:bulletEnabled val="1"/>
        </dgm:presLayoutVars>
      </dgm:prSet>
      <dgm:spPr/>
    </dgm:pt>
    <dgm:pt modelId="{68FADB21-1C43-4D96-ACCD-8CB436D2D24F}" type="pres">
      <dgm:prSet presAssocID="{3FDBB649-595C-41F9-AF30-B97866FC6AE4}" presName="ThreeConn_1-2" presStyleLbl="fgAccFollowNode1" presStyleIdx="0" presStyleCnt="2">
        <dgm:presLayoutVars>
          <dgm:bulletEnabled val="1"/>
        </dgm:presLayoutVars>
      </dgm:prSet>
      <dgm:spPr/>
    </dgm:pt>
    <dgm:pt modelId="{0EFE4872-F3EC-4633-AEBA-CADE983E8F26}" type="pres">
      <dgm:prSet presAssocID="{3FDBB649-595C-41F9-AF30-B97866FC6AE4}" presName="ThreeConn_2-3" presStyleLbl="fgAccFollowNode1" presStyleIdx="1" presStyleCnt="2">
        <dgm:presLayoutVars>
          <dgm:bulletEnabled val="1"/>
        </dgm:presLayoutVars>
      </dgm:prSet>
      <dgm:spPr/>
    </dgm:pt>
    <dgm:pt modelId="{3D084ED5-3BEC-4037-AFE4-07CB34678111}" type="pres">
      <dgm:prSet presAssocID="{3FDBB649-595C-41F9-AF30-B97866FC6AE4}" presName="ThreeNodes_1_text" presStyleLbl="node1" presStyleIdx="2" presStyleCnt="3">
        <dgm:presLayoutVars>
          <dgm:bulletEnabled val="1"/>
        </dgm:presLayoutVars>
      </dgm:prSet>
      <dgm:spPr/>
    </dgm:pt>
    <dgm:pt modelId="{E771B671-F90A-45DC-971D-7E4754BD0175}" type="pres">
      <dgm:prSet presAssocID="{3FDBB649-595C-41F9-AF30-B97866FC6AE4}" presName="ThreeNodes_2_text" presStyleLbl="node1" presStyleIdx="2" presStyleCnt="3">
        <dgm:presLayoutVars>
          <dgm:bulletEnabled val="1"/>
        </dgm:presLayoutVars>
      </dgm:prSet>
      <dgm:spPr/>
    </dgm:pt>
    <dgm:pt modelId="{FE10931F-0CDC-463C-9973-760AD234E883}" type="pres">
      <dgm:prSet presAssocID="{3FDBB649-595C-41F9-AF30-B97866FC6AE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057CED06-C5E1-41BC-B780-9DFD7E919227}" type="presOf" srcId="{D5784803-D9F8-4C61-B803-0EF91375B857}" destId="{3D084ED5-3BEC-4037-AFE4-07CB34678111}" srcOrd="1" destOrd="0" presId="urn:microsoft.com/office/officeart/2005/8/layout/vProcess5"/>
    <dgm:cxn modelId="{BE76601C-E590-4C5C-93EE-B0712FD6121B}" type="presOf" srcId="{870B980E-7EDC-480B-B9B6-4DCDAA806340}" destId="{E771B671-F90A-45DC-971D-7E4754BD0175}" srcOrd="1" destOrd="0" presId="urn:microsoft.com/office/officeart/2005/8/layout/vProcess5"/>
    <dgm:cxn modelId="{79797365-51FA-4C16-9AE3-E4FE751685B7}" type="presOf" srcId="{3FDBB649-595C-41F9-AF30-B97866FC6AE4}" destId="{3E64B9B6-A5F5-4C5A-95F9-3932143C8AE2}" srcOrd="0" destOrd="0" presId="urn:microsoft.com/office/officeart/2005/8/layout/vProcess5"/>
    <dgm:cxn modelId="{B3CA5F75-4A45-4DB6-8361-FDC94E088EEC}" type="presOf" srcId="{D5784803-D9F8-4C61-B803-0EF91375B857}" destId="{BABD7F09-F357-4137-917C-8A185E73322C}" srcOrd="0" destOrd="0" presId="urn:microsoft.com/office/officeart/2005/8/layout/vProcess5"/>
    <dgm:cxn modelId="{8706A187-17A1-4CAB-935B-A599BECDFDF3}" type="presOf" srcId="{870B980E-7EDC-480B-B9B6-4DCDAA806340}" destId="{C4374211-35B4-42A5-8BD4-DE07D11BE4C5}" srcOrd="0" destOrd="0" presId="urn:microsoft.com/office/officeart/2005/8/layout/vProcess5"/>
    <dgm:cxn modelId="{94FC8794-A76A-414C-92F2-E99F3ECC099C}" type="presOf" srcId="{6959CA4D-FB19-456A-9D49-89D6AED75FF2}" destId="{68FADB21-1C43-4D96-ACCD-8CB436D2D24F}" srcOrd="0" destOrd="0" presId="urn:microsoft.com/office/officeart/2005/8/layout/vProcess5"/>
    <dgm:cxn modelId="{E89705B2-D885-46CC-969D-90E88BE3CAD1}" type="presOf" srcId="{04B7AD36-1CD3-4592-8FDB-E0FDCE26E770}" destId="{0EFE4872-F3EC-4633-AEBA-CADE983E8F26}" srcOrd="0" destOrd="0" presId="urn:microsoft.com/office/officeart/2005/8/layout/vProcess5"/>
    <dgm:cxn modelId="{849BA4C9-BCD4-4247-A3FD-BFA564DF577B}" srcId="{3FDBB649-595C-41F9-AF30-B97866FC6AE4}" destId="{870B980E-7EDC-480B-B9B6-4DCDAA806340}" srcOrd="1" destOrd="0" parTransId="{B707D2FE-DA6B-42D4-8612-066883B09957}" sibTransId="{04B7AD36-1CD3-4592-8FDB-E0FDCE26E770}"/>
    <dgm:cxn modelId="{ACAE76DE-8D8A-4140-BA38-5E42D3B2C657}" type="presOf" srcId="{098AD308-DD64-4489-B8F1-634B820A7A3E}" destId="{FE10931F-0CDC-463C-9973-760AD234E883}" srcOrd="1" destOrd="0" presId="urn:microsoft.com/office/officeart/2005/8/layout/vProcess5"/>
    <dgm:cxn modelId="{892064ED-D96F-4B6E-B7BA-41D5CF91EECB}" type="presOf" srcId="{098AD308-DD64-4489-B8F1-634B820A7A3E}" destId="{55E826D2-6F10-40B6-9AD4-78CE4A8C441A}" srcOrd="0" destOrd="0" presId="urn:microsoft.com/office/officeart/2005/8/layout/vProcess5"/>
    <dgm:cxn modelId="{DE0FACF2-DFCD-4AC8-86DA-ADA4327E9754}" srcId="{3FDBB649-595C-41F9-AF30-B97866FC6AE4}" destId="{098AD308-DD64-4489-B8F1-634B820A7A3E}" srcOrd="2" destOrd="0" parTransId="{AFA6826C-391A-4353-964B-835CF191878E}" sibTransId="{CAC66302-450D-4EBA-9A5D-F9432393C08F}"/>
    <dgm:cxn modelId="{5B7548F9-849C-420E-AD71-25A88C8F6B9C}" srcId="{3FDBB649-595C-41F9-AF30-B97866FC6AE4}" destId="{D5784803-D9F8-4C61-B803-0EF91375B857}" srcOrd="0" destOrd="0" parTransId="{FF1D4B08-7C7E-4601-BB61-9D7EFD337940}" sibTransId="{6959CA4D-FB19-456A-9D49-89D6AED75FF2}"/>
    <dgm:cxn modelId="{CE003458-1754-46E9-8F7D-9F2FB05AD73E}" type="presParOf" srcId="{3E64B9B6-A5F5-4C5A-95F9-3932143C8AE2}" destId="{F1E11ECD-7902-4D07-B22D-305CC8347B53}" srcOrd="0" destOrd="0" presId="urn:microsoft.com/office/officeart/2005/8/layout/vProcess5"/>
    <dgm:cxn modelId="{9598335E-8544-46F2-A55B-8385F10FC4E3}" type="presParOf" srcId="{3E64B9B6-A5F5-4C5A-95F9-3932143C8AE2}" destId="{BABD7F09-F357-4137-917C-8A185E73322C}" srcOrd="1" destOrd="0" presId="urn:microsoft.com/office/officeart/2005/8/layout/vProcess5"/>
    <dgm:cxn modelId="{F12BD23C-0C4A-4E59-A0FB-AAF44F531B59}" type="presParOf" srcId="{3E64B9B6-A5F5-4C5A-95F9-3932143C8AE2}" destId="{C4374211-35B4-42A5-8BD4-DE07D11BE4C5}" srcOrd="2" destOrd="0" presId="urn:microsoft.com/office/officeart/2005/8/layout/vProcess5"/>
    <dgm:cxn modelId="{36250B37-5B20-48BB-9AD5-CFEDA4F79528}" type="presParOf" srcId="{3E64B9B6-A5F5-4C5A-95F9-3932143C8AE2}" destId="{55E826D2-6F10-40B6-9AD4-78CE4A8C441A}" srcOrd="3" destOrd="0" presId="urn:microsoft.com/office/officeart/2005/8/layout/vProcess5"/>
    <dgm:cxn modelId="{85E26FDB-D7A5-445E-9F61-9257D34D8E43}" type="presParOf" srcId="{3E64B9B6-A5F5-4C5A-95F9-3932143C8AE2}" destId="{68FADB21-1C43-4D96-ACCD-8CB436D2D24F}" srcOrd="4" destOrd="0" presId="urn:microsoft.com/office/officeart/2005/8/layout/vProcess5"/>
    <dgm:cxn modelId="{149F765A-66D6-449A-BD42-20EA1BF64D2F}" type="presParOf" srcId="{3E64B9B6-A5F5-4C5A-95F9-3932143C8AE2}" destId="{0EFE4872-F3EC-4633-AEBA-CADE983E8F26}" srcOrd="5" destOrd="0" presId="urn:microsoft.com/office/officeart/2005/8/layout/vProcess5"/>
    <dgm:cxn modelId="{E0B68B6C-7595-4A20-A9A3-96BC83081690}" type="presParOf" srcId="{3E64B9B6-A5F5-4C5A-95F9-3932143C8AE2}" destId="{3D084ED5-3BEC-4037-AFE4-07CB34678111}" srcOrd="6" destOrd="0" presId="urn:microsoft.com/office/officeart/2005/8/layout/vProcess5"/>
    <dgm:cxn modelId="{8A48617E-D948-4458-8CDE-275723D254A2}" type="presParOf" srcId="{3E64B9B6-A5F5-4C5A-95F9-3932143C8AE2}" destId="{E771B671-F90A-45DC-971D-7E4754BD0175}" srcOrd="7" destOrd="0" presId="urn:microsoft.com/office/officeart/2005/8/layout/vProcess5"/>
    <dgm:cxn modelId="{40DFAE90-3ED7-4404-A900-E51863F2A84B}" type="presParOf" srcId="{3E64B9B6-A5F5-4C5A-95F9-3932143C8AE2}" destId="{FE10931F-0CDC-463C-9973-760AD234E88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0AD0807-BBE8-404F-BE4C-653FB69DB9F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1BC0724-B8BD-4F5F-A91F-4A67A0B8246E}">
      <dgm:prSet/>
      <dgm:spPr/>
      <dgm:t>
        <a:bodyPr/>
        <a:lstStyle/>
        <a:p>
          <a:r>
            <a:rPr lang="en-US" b="0" i="0" baseline="0"/>
            <a:t>Trend: Clear seasonal variation in NO₂</a:t>
          </a:r>
          <a:endParaRPr lang="en-US"/>
        </a:p>
      </dgm:t>
    </dgm:pt>
    <dgm:pt modelId="{AB29F44F-A24F-4BEE-B65A-B36ACA7E2A27}" type="parTrans" cxnId="{8E5217D0-2A10-4201-834D-898197911D06}">
      <dgm:prSet/>
      <dgm:spPr/>
      <dgm:t>
        <a:bodyPr/>
        <a:lstStyle/>
        <a:p>
          <a:endParaRPr lang="en-US"/>
        </a:p>
      </dgm:t>
    </dgm:pt>
    <dgm:pt modelId="{88540D04-AA74-4C3C-9C74-0365F83B8E79}" type="sibTrans" cxnId="{8E5217D0-2A10-4201-834D-898197911D06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AE9DDB3E-2052-4CFC-867A-093626CD8D74}">
      <dgm:prSet/>
      <dgm:spPr/>
      <dgm:t>
        <a:bodyPr/>
        <a:lstStyle/>
        <a:p>
          <a:r>
            <a:rPr lang="en-US" b="0" i="0" baseline="0"/>
            <a:t>Highest NO₂: Winter months</a:t>
          </a:r>
          <a:endParaRPr lang="en-US"/>
        </a:p>
      </dgm:t>
    </dgm:pt>
    <dgm:pt modelId="{6AFE0372-8421-4F54-A463-D79F010D9FDB}" type="parTrans" cxnId="{79C73A9A-AB19-4B4A-8547-516E0FA7527B}">
      <dgm:prSet/>
      <dgm:spPr/>
      <dgm:t>
        <a:bodyPr/>
        <a:lstStyle/>
        <a:p>
          <a:endParaRPr lang="en-US"/>
        </a:p>
      </dgm:t>
    </dgm:pt>
    <dgm:pt modelId="{71428334-3339-4749-A07A-09CF6272CE5B}" type="sibTrans" cxnId="{79C73A9A-AB19-4B4A-8547-516E0FA7527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C0E0992C-FDD9-49F4-9A7C-148379324885}">
      <dgm:prSet/>
      <dgm:spPr/>
      <dgm:t>
        <a:bodyPr/>
        <a:lstStyle/>
        <a:p>
          <a:r>
            <a:rPr lang="en-US" b="0" i="0" baseline="0"/>
            <a:t>Lowest NO₂: Summer months</a:t>
          </a:r>
          <a:endParaRPr lang="en-US"/>
        </a:p>
      </dgm:t>
    </dgm:pt>
    <dgm:pt modelId="{2FA22322-5733-405B-A2BD-80E6703EC21E}" type="parTrans" cxnId="{756DD1C8-82D5-48A1-8177-4CFAF82639EE}">
      <dgm:prSet/>
      <dgm:spPr/>
      <dgm:t>
        <a:bodyPr/>
        <a:lstStyle/>
        <a:p>
          <a:endParaRPr lang="en-US"/>
        </a:p>
      </dgm:t>
    </dgm:pt>
    <dgm:pt modelId="{BAA76902-49BE-4BD7-B7A5-5583518AC814}" type="sibTrans" cxnId="{756DD1C8-82D5-48A1-8177-4CFAF82639E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7E11FC4-6090-4E2A-97BA-4EEA756E07FB}">
      <dgm:prSet/>
      <dgm:spPr/>
      <dgm:t>
        <a:bodyPr/>
        <a:lstStyle/>
        <a:p>
          <a:r>
            <a:rPr lang="en-US" b="0" i="0" baseline="0"/>
            <a:t>Created visualizations: monthly trend, seasonal boxplot, and rolling averages</a:t>
          </a:r>
          <a:endParaRPr lang="en-US"/>
        </a:p>
      </dgm:t>
    </dgm:pt>
    <dgm:pt modelId="{0D4F211A-F12F-444E-92C3-47DA46810E39}" type="parTrans" cxnId="{F8A097FA-470A-409B-8B79-DD299EEF692A}">
      <dgm:prSet/>
      <dgm:spPr/>
      <dgm:t>
        <a:bodyPr/>
        <a:lstStyle/>
        <a:p>
          <a:endParaRPr lang="en-US"/>
        </a:p>
      </dgm:t>
    </dgm:pt>
    <dgm:pt modelId="{A916CC0C-C353-4F98-8EB6-22EAD2104F03}" type="sibTrans" cxnId="{F8A097FA-470A-409B-8B79-DD299EEF692A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8F841ECB-A0DD-4131-9B49-33CFC5124408}" type="pres">
      <dgm:prSet presAssocID="{F0AD0807-BBE8-404F-BE4C-653FB69DB9F6}" presName="Name0" presStyleCnt="0">
        <dgm:presLayoutVars>
          <dgm:animLvl val="lvl"/>
          <dgm:resizeHandles val="exact"/>
        </dgm:presLayoutVars>
      </dgm:prSet>
      <dgm:spPr/>
    </dgm:pt>
    <dgm:pt modelId="{5E492AF4-C209-49BF-A61C-9E8378819361}" type="pres">
      <dgm:prSet presAssocID="{51BC0724-B8BD-4F5F-A91F-4A67A0B8246E}" presName="compositeNode" presStyleCnt="0">
        <dgm:presLayoutVars>
          <dgm:bulletEnabled val="1"/>
        </dgm:presLayoutVars>
      </dgm:prSet>
      <dgm:spPr/>
    </dgm:pt>
    <dgm:pt modelId="{33B2244A-475F-4533-8DF6-2F42D7E9188A}" type="pres">
      <dgm:prSet presAssocID="{51BC0724-B8BD-4F5F-A91F-4A67A0B8246E}" presName="bgRect" presStyleLbl="alignNode1" presStyleIdx="0" presStyleCnt="4"/>
      <dgm:spPr/>
    </dgm:pt>
    <dgm:pt modelId="{DDCB7CDF-23DE-4713-A369-22118407B9F4}" type="pres">
      <dgm:prSet presAssocID="{88540D04-AA74-4C3C-9C74-0365F83B8E7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047498D4-1450-4084-BDE1-0C45B1CDAA6C}" type="pres">
      <dgm:prSet presAssocID="{51BC0724-B8BD-4F5F-A91F-4A67A0B8246E}" presName="nodeRect" presStyleLbl="alignNode1" presStyleIdx="0" presStyleCnt="4">
        <dgm:presLayoutVars>
          <dgm:bulletEnabled val="1"/>
        </dgm:presLayoutVars>
      </dgm:prSet>
      <dgm:spPr/>
    </dgm:pt>
    <dgm:pt modelId="{53B6FBBF-D31E-4059-8AC1-84DD288FF904}" type="pres">
      <dgm:prSet presAssocID="{88540D04-AA74-4C3C-9C74-0365F83B8E79}" presName="sibTrans" presStyleCnt="0"/>
      <dgm:spPr/>
    </dgm:pt>
    <dgm:pt modelId="{8263B6F1-0B9D-4B50-B4AA-476554492B77}" type="pres">
      <dgm:prSet presAssocID="{AE9DDB3E-2052-4CFC-867A-093626CD8D74}" presName="compositeNode" presStyleCnt="0">
        <dgm:presLayoutVars>
          <dgm:bulletEnabled val="1"/>
        </dgm:presLayoutVars>
      </dgm:prSet>
      <dgm:spPr/>
    </dgm:pt>
    <dgm:pt modelId="{BBBA1130-931E-4EDE-8F11-66D23D17F5BE}" type="pres">
      <dgm:prSet presAssocID="{AE9DDB3E-2052-4CFC-867A-093626CD8D74}" presName="bgRect" presStyleLbl="alignNode1" presStyleIdx="1" presStyleCnt="4"/>
      <dgm:spPr/>
    </dgm:pt>
    <dgm:pt modelId="{2E5476D0-2C07-4785-91F7-0618D13FDBE5}" type="pres">
      <dgm:prSet presAssocID="{71428334-3339-4749-A07A-09CF6272CE5B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F43F6862-43AC-4761-A661-01EB56F46AE6}" type="pres">
      <dgm:prSet presAssocID="{AE9DDB3E-2052-4CFC-867A-093626CD8D74}" presName="nodeRect" presStyleLbl="alignNode1" presStyleIdx="1" presStyleCnt="4">
        <dgm:presLayoutVars>
          <dgm:bulletEnabled val="1"/>
        </dgm:presLayoutVars>
      </dgm:prSet>
      <dgm:spPr/>
    </dgm:pt>
    <dgm:pt modelId="{2CFFA63F-2794-4D22-966F-FF822DA26E27}" type="pres">
      <dgm:prSet presAssocID="{71428334-3339-4749-A07A-09CF6272CE5B}" presName="sibTrans" presStyleCnt="0"/>
      <dgm:spPr/>
    </dgm:pt>
    <dgm:pt modelId="{6C786C16-4476-44CF-91C8-619A3EDB1507}" type="pres">
      <dgm:prSet presAssocID="{C0E0992C-FDD9-49F4-9A7C-148379324885}" presName="compositeNode" presStyleCnt="0">
        <dgm:presLayoutVars>
          <dgm:bulletEnabled val="1"/>
        </dgm:presLayoutVars>
      </dgm:prSet>
      <dgm:spPr/>
    </dgm:pt>
    <dgm:pt modelId="{A94D4C65-5010-44C7-ADFE-9BF673F65563}" type="pres">
      <dgm:prSet presAssocID="{C0E0992C-FDD9-49F4-9A7C-148379324885}" presName="bgRect" presStyleLbl="alignNode1" presStyleIdx="2" presStyleCnt="4"/>
      <dgm:spPr/>
    </dgm:pt>
    <dgm:pt modelId="{2D15ED79-4A99-4427-B3C0-64A8A09A817E}" type="pres">
      <dgm:prSet presAssocID="{BAA76902-49BE-4BD7-B7A5-5583518AC814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71131887-AE57-424B-801E-294FD96FAD08}" type="pres">
      <dgm:prSet presAssocID="{C0E0992C-FDD9-49F4-9A7C-148379324885}" presName="nodeRect" presStyleLbl="alignNode1" presStyleIdx="2" presStyleCnt="4">
        <dgm:presLayoutVars>
          <dgm:bulletEnabled val="1"/>
        </dgm:presLayoutVars>
      </dgm:prSet>
      <dgm:spPr/>
    </dgm:pt>
    <dgm:pt modelId="{CE0288F9-BAD3-4F8C-9777-02E42B361917}" type="pres">
      <dgm:prSet presAssocID="{BAA76902-49BE-4BD7-B7A5-5583518AC814}" presName="sibTrans" presStyleCnt="0"/>
      <dgm:spPr/>
    </dgm:pt>
    <dgm:pt modelId="{FD9F6004-643D-4CAB-82E6-3BF417CE4945}" type="pres">
      <dgm:prSet presAssocID="{F7E11FC4-6090-4E2A-97BA-4EEA756E07FB}" presName="compositeNode" presStyleCnt="0">
        <dgm:presLayoutVars>
          <dgm:bulletEnabled val="1"/>
        </dgm:presLayoutVars>
      </dgm:prSet>
      <dgm:spPr/>
    </dgm:pt>
    <dgm:pt modelId="{B2D59003-C625-4B92-88A3-66DA573B2F09}" type="pres">
      <dgm:prSet presAssocID="{F7E11FC4-6090-4E2A-97BA-4EEA756E07FB}" presName="bgRect" presStyleLbl="alignNode1" presStyleIdx="3" presStyleCnt="4"/>
      <dgm:spPr/>
    </dgm:pt>
    <dgm:pt modelId="{404D7DB8-3A57-486A-B303-BB9E6976F526}" type="pres">
      <dgm:prSet presAssocID="{A916CC0C-C353-4F98-8EB6-22EAD2104F03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0D6CF3AC-BCEF-41C7-B36B-49791B9123DE}" type="pres">
      <dgm:prSet presAssocID="{F7E11FC4-6090-4E2A-97BA-4EEA756E07FB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57D9116C-33E5-4C0B-BC6A-0733C910D1B2}" type="presOf" srcId="{A916CC0C-C353-4F98-8EB6-22EAD2104F03}" destId="{404D7DB8-3A57-486A-B303-BB9E6976F526}" srcOrd="0" destOrd="0" presId="urn:microsoft.com/office/officeart/2016/7/layout/LinearBlockProcessNumbered"/>
    <dgm:cxn modelId="{7995517E-311F-4C7C-B11E-CD6B1178CD4B}" type="presOf" srcId="{BAA76902-49BE-4BD7-B7A5-5583518AC814}" destId="{2D15ED79-4A99-4427-B3C0-64A8A09A817E}" srcOrd="0" destOrd="0" presId="urn:microsoft.com/office/officeart/2016/7/layout/LinearBlockProcessNumbered"/>
    <dgm:cxn modelId="{802F3788-F593-4A30-A0B6-62B83CABF5DD}" type="presOf" srcId="{C0E0992C-FDD9-49F4-9A7C-148379324885}" destId="{71131887-AE57-424B-801E-294FD96FAD08}" srcOrd="1" destOrd="0" presId="urn:microsoft.com/office/officeart/2016/7/layout/LinearBlockProcessNumbered"/>
    <dgm:cxn modelId="{4529BE89-6614-4755-AB66-A16F0CF6EE18}" type="presOf" srcId="{F7E11FC4-6090-4E2A-97BA-4EEA756E07FB}" destId="{0D6CF3AC-BCEF-41C7-B36B-49791B9123DE}" srcOrd="1" destOrd="0" presId="urn:microsoft.com/office/officeart/2016/7/layout/LinearBlockProcessNumbered"/>
    <dgm:cxn modelId="{B5F1EB93-6F12-42B2-915F-13570EF43DEC}" type="presOf" srcId="{88540D04-AA74-4C3C-9C74-0365F83B8E79}" destId="{DDCB7CDF-23DE-4713-A369-22118407B9F4}" srcOrd="0" destOrd="0" presId="urn:microsoft.com/office/officeart/2016/7/layout/LinearBlockProcessNumbered"/>
    <dgm:cxn modelId="{CA5F3999-6FBC-4172-874F-74C37179FB63}" type="presOf" srcId="{51BC0724-B8BD-4F5F-A91F-4A67A0B8246E}" destId="{33B2244A-475F-4533-8DF6-2F42D7E9188A}" srcOrd="0" destOrd="0" presId="urn:microsoft.com/office/officeart/2016/7/layout/LinearBlockProcessNumbered"/>
    <dgm:cxn modelId="{79C73A9A-AB19-4B4A-8547-516E0FA7527B}" srcId="{F0AD0807-BBE8-404F-BE4C-653FB69DB9F6}" destId="{AE9DDB3E-2052-4CFC-867A-093626CD8D74}" srcOrd="1" destOrd="0" parTransId="{6AFE0372-8421-4F54-A463-D79F010D9FDB}" sibTransId="{71428334-3339-4749-A07A-09CF6272CE5B}"/>
    <dgm:cxn modelId="{253E979A-1472-4DA9-AC12-A2307521CF2B}" type="presOf" srcId="{AE9DDB3E-2052-4CFC-867A-093626CD8D74}" destId="{F43F6862-43AC-4761-A661-01EB56F46AE6}" srcOrd="1" destOrd="0" presId="urn:microsoft.com/office/officeart/2016/7/layout/LinearBlockProcessNumbered"/>
    <dgm:cxn modelId="{D37896A0-343E-4A28-937B-057A3F1C36DC}" type="presOf" srcId="{C0E0992C-FDD9-49F4-9A7C-148379324885}" destId="{A94D4C65-5010-44C7-ADFE-9BF673F65563}" srcOrd="0" destOrd="0" presId="urn:microsoft.com/office/officeart/2016/7/layout/LinearBlockProcessNumbered"/>
    <dgm:cxn modelId="{6DBADAAC-690B-4D04-819D-1A51DC79F1C5}" type="presOf" srcId="{AE9DDB3E-2052-4CFC-867A-093626CD8D74}" destId="{BBBA1130-931E-4EDE-8F11-66D23D17F5BE}" srcOrd="0" destOrd="0" presId="urn:microsoft.com/office/officeart/2016/7/layout/LinearBlockProcessNumbered"/>
    <dgm:cxn modelId="{B401F2BA-4C50-4DE8-8037-275CA08849C7}" type="presOf" srcId="{F0AD0807-BBE8-404F-BE4C-653FB69DB9F6}" destId="{8F841ECB-A0DD-4131-9B49-33CFC5124408}" srcOrd="0" destOrd="0" presId="urn:microsoft.com/office/officeart/2016/7/layout/LinearBlockProcessNumbered"/>
    <dgm:cxn modelId="{756DD1C8-82D5-48A1-8177-4CFAF82639EE}" srcId="{F0AD0807-BBE8-404F-BE4C-653FB69DB9F6}" destId="{C0E0992C-FDD9-49F4-9A7C-148379324885}" srcOrd="2" destOrd="0" parTransId="{2FA22322-5733-405B-A2BD-80E6703EC21E}" sibTransId="{BAA76902-49BE-4BD7-B7A5-5583518AC814}"/>
    <dgm:cxn modelId="{036596CF-3803-4141-8719-4B9B4935C073}" type="presOf" srcId="{F7E11FC4-6090-4E2A-97BA-4EEA756E07FB}" destId="{B2D59003-C625-4B92-88A3-66DA573B2F09}" srcOrd="0" destOrd="0" presId="urn:microsoft.com/office/officeart/2016/7/layout/LinearBlockProcessNumbered"/>
    <dgm:cxn modelId="{FE73C3CF-FFA7-458E-8B83-D4637EDC38CD}" type="presOf" srcId="{71428334-3339-4749-A07A-09CF6272CE5B}" destId="{2E5476D0-2C07-4785-91F7-0618D13FDBE5}" srcOrd="0" destOrd="0" presId="urn:microsoft.com/office/officeart/2016/7/layout/LinearBlockProcessNumbered"/>
    <dgm:cxn modelId="{8E5217D0-2A10-4201-834D-898197911D06}" srcId="{F0AD0807-BBE8-404F-BE4C-653FB69DB9F6}" destId="{51BC0724-B8BD-4F5F-A91F-4A67A0B8246E}" srcOrd="0" destOrd="0" parTransId="{AB29F44F-A24F-4BEE-B65A-B36ACA7E2A27}" sibTransId="{88540D04-AA74-4C3C-9C74-0365F83B8E79}"/>
    <dgm:cxn modelId="{F8A097FA-470A-409B-8B79-DD299EEF692A}" srcId="{F0AD0807-BBE8-404F-BE4C-653FB69DB9F6}" destId="{F7E11FC4-6090-4E2A-97BA-4EEA756E07FB}" srcOrd="3" destOrd="0" parTransId="{0D4F211A-F12F-444E-92C3-47DA46810E39}" sibTransId="{A916CC0C-C353-4F98-8EB6-22EAD2104F03}"/>
    <dgm:cxn modelId="{3120C5FA-8175-4F89-B037-DD7D6C5832BC}" type="presOf" srcId="{51BC0724-B8BD-4F5F-A91F-4A67A0B8246E}" destId="{047498D4-1450-4084-BDE1-0C45B1CDAA6C}" srcOrd="1" destOrd="0" presId="urn:microsoft.com/office/officeart/2016/7/layout/LinearBlockProcessNumbered"/>
    <dgm:cxn modelId="{348E15A8-68A9-4F62-84A9-44963ED091B3}" type="presParOf" srcId="{8F841ECB-A0DD-4131-9B49-33CFC5124408}" destId="{5E492AF4-C209-49BF-A61C-9E8378819361}" srcOrd="0" destOrd="0" presId="urn:microsoft.com/office/officeart/2016/7/layout/LinearBlockProcessNumbered"/>
    <dgm:cxn modelId="{D03D2E1C-415A-4F37-BB2C-21ABC92E513E}" type="presParOf" srcId="{5E492AF4-C209-49BF-A61C-9E8378819361}" destId="{33B2244A-475F-4533-8DF6-2F42D7E9188A}" srcOrd="0" destOrd="0" presId="urn:microsoft.com/office/officeart/2016/7/layout/LinearBlockProcessNumbered"/>
    <dgm:cxn modelId="{29BD8878-8311-4051-9472-F78F0D4AF9D8}" type="presParOf" srcId="{5E492AF4-C209-49BF-A61C-9E8378819361}" destId="{DDCB7CDF-23DE-4713-A369-22118407B9F4}" srcOrd="1" destOrd="0" presId="urn:microsoft.com/office/officeart/2016/7/layout/LinearBlockProcessNumbered"/>
    <dgm:cxn modelId="{7BA5A457-8D54-4250-91B3-0CFD54A2DFCF}" type="presParOf" srcId="{5E492AF4-C209-49BF-A61C-9E8378819361}" destId="{047498D4-1450-4084-BDE1-0C45B1CDAA6C}" srcOrd="2" destOrd="0" presId="urn:microsoft.com/office/officeart/2016/7/layout/LinearBlockProcessNumbered"/>
    <dgm:cxn modelId="{D9BF8EDD-3A18-4B1E-981A-F52BCDA02A4A}" type="presParOf" srcId="{8F841ECB-A0DD-4131-9B49-33CFC5124408}" destId="{53B6FBBF-D31E-4059-8AC1-84DD288FF904}" srcOrd="1" destOrd="0" presId="urn:microsoft.com/office/officeart/2016/7/layout/LinearBlockProcessNumbered"/>
    <dgm:cxn modelId="{C434BE79-BD52-4DF3-A2AD-90342EF2F77D}" type="presParOf" srcId="{8F841ECB-A0DD-4131-9B49-33CFC5124408}" destId="{8263B6F1-0B9D-4B50-B4AA-476554492B77}" srcOrd="2" destOrd="0" presId="urn:microsoft.com/office/officeart/2016/7/layout/LinearBlockProcessNumbered"/>
    <dgm:cxn modelId="{10888480-7E78-44B8-A1FE-BEED14DBA128}" type="presParOf" srcId="{8263B6F1-0B9D-4B50-B4AA-476554492B77}" destId="{BBBA1130-931E-4EDE-8F11-66D23D17F5BE}" srcOrd="0" destOrd="0" presId="urn:microsoft.com/office/officeart/2016/7/layout/LinearBlockProcessNumbered"/>
    <dgm:cxn modelId="{EDCC7003-2AFE-47AF-B6E1-681FA72363A8}" type="presParOf" srcId="{8263B6F1-0B9D-4B50-B4AA-476554492B77}" destId="{2E5476D0-2C07-4785-91F7-0618D13FDBE5}" srcOrd="1" destOrd="0" presId="urn:microsoft.com/office/officeart/2016/7/layout/LinearBlockProcessNumbered"/>
    <dgm:cxn modelId="{39BC6F3F-B88F-4235-AE8B-C3E6764C0704}" type="presParOf" srcId="{8263B6F1-0B9D-4B50-B4AA-476554492B77}" destId="{F43F6862-43AC-4761-A661-01EB56F46AE6}" srcOrd="2" destOrd="0" presId="urn:microsoft.com/office/officeart/2016/7/layout/LinearBlockProcessNumbered"/>
    <dgm:cxn modelId="{4F751803-8D6C-4BB3-AD7C-611DAFFDFF69}" type="presParOf" srcId="{8F841ECB-A0DD-4131-9B49-33CFC5124408}" destId="{2CFFA63F-2794-4D22-966F-FF822DA26E27}" srcOrd="3" destOrd="0" presId="urn:microsoft.com/office/officeart/2016/7/layout/LinearBlockProcessNumbered"/>
    <dgm:cxn modelId="{8DAFC8B2-630F-411F-ACD2-771308161EC3}" type="presParOf" srcId="{8F841ECB-A0DD-4131-9B49-33CFC5124408}" destId="{6C786C16-4476-44CF-91C8-619A3EDB1507}" srcOrd="4" destOrd="0" presId="urn:microsoft.com/office/officeart/2016/7/layout/LinearBlockProcessNumbered"/>
    <dgm:cxn modelId="{4C626B9A-49D6-4579-8556-DFBA93CE1AE2}" type="presParOf" srcId="{6C786C16-4476-44CF-91C8-619A3EDB1507}" destId="{A94D4C65-5010-44C7-ADFE-9BF673F65563}" srcOrd="0" destOrd="0" presId="urn:microsoft.com/office/officeart/2016/7/layout/LinearBlockProcessNumbered"/>
    <dgm:cxn modelId="{084F8802-0DBD-4E56-8CCC-7C9DA2585744}" type="presParOf" srcId="{6C786C16-4476-44CF-91C8-619A3EDB1507}" destId="{2D15ED79-4A99-4427-B3C0-64A8A09A817E}" srcOrd="1" destOrd="0" presId="urn:microsoft.com/office/officeart/2016/7/layout/LinearBlockProcessNumbered"/>
    <dgm:cxn modelId="{1896CA81-0E6C-4E6F-B128-086CA716C4E9}" type="presParOf" srcId="{6C786C16-4476-44CF-91C8-619A3EDB1507}" destId="{71131887-AE57-424B-801E-294FD96FAD08}" srcOrd="2" destOrd="0" presId="urn:microsoft.com/office/officeart/2016/7/layout/LinearBlockProcessNumbered"/>
    <dgm:cxn modelId="{175C22C6-424B-4073-8227-2D75DA88A0C8}" type="presParOf" srcId="{8F841ECB-A0DD-4131-9B49-33CFC5124408}" destId="{CE0288F9-BAD3-4F8C-9777-02E42B361917}" srcOrd="5" destOrd="0" presId="urn:microsoft.com/office/officeart/2016/7/layout/LinearBlockProcessNumbered"/>
    <dgm:cxn modelId="{B3C7B9AF-0181-481E-B804-B0C654968C03}" type="presParOf" srcId="{8F841ECB-A0DD-4131-9B49-33CFC5124408}" destId="{FD9F6004-643D-4CAB-82E6-3BF417CE4945}" srcOrd="6" destOrd="0" presId="urn:microsoft.com/office/officeart/2016/7/layout/LinearBlockProcessNumbered"/>
    <dgm:cxn modelId="{60A1E9A1-F7A9-4B17-912D-72240EB7B80B}" type="presParOf" srcId="{FD9F6004-643D-4CAB-82E6-3BF417CE4945}" destId="{B2D59003-C625-4B92-88A3-66DA573B2F09}" srcOrd="0" destOrd="0" presId="urn:microsoft.com/office/officeart/2016/7/layout/LinearBlockProcessNumbered"/>
    <dgm:cxn modelId="{2C2D3C7C-BD8F-4F66-9EB3-A26238F0E4CF}" type="presParOf" srcId="{FD9F6004-643D-4CAB-82E6-3BF417CE4945}" destId="{404D7DB8-3A57-486A-B303-BB9E6976F526}" srcOrd="1" destOrd="0" presId="urn:microsoft.com/office/officeart/2016/7/layout/LinearBlockProcessNumbered"/>
    <dgm:cxn modelId="{C0075CC2-0E88-45EC-9278-F025C5A89CDC}" type="presParOf" srcId="{FD9F6004-643D-4CAB-82E6-3BF417CE4945}" destId="{0D6CF3AC-BCEF-41C7-B36B-49791B9123D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B29809-4B57-4DE8-AB91-D0B5B5F1E10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A835C8F-399C-4A40-A15F-11251BB63EB8}">
      <dgm:prSet/>
      <dgm:spPr/>
      <dgm:t>
        <a:bodyPr/>
        <a:lstStyle/>
        <a:p>
          <a:r>
            <a:rPr lang="en-US" b="0" i="0" baseline="0"/>
            <a:t>Derived temporal features: Month, Year, Day of Week, Weekend Flag</a:t>
          </a:r>
          <a:endParaRPr lang="en-US"/>
        </a:p>
      </dgm:t>
    </dgm:pt>
    <dgm:pt modelId="{5BDE8FB1-9F82-4CF4-9599-E8CF67ACEF6C}" type="parTrans" cxnId="{FD56C882-6374-4EB4-9E0D-5F2D854384AE}">
      <dgm:prSet/>
      <dgm:spPr/>
      <dgm:t>
        <a:bodyPr/>
        <a:lstStyle/>
        <a:p>
          <a:endParaRPr lang="en-US"/>
        </a:p>
      </dgm:t>
    </dgm:pt>
    <dgm:pt modelId="{39084B97-7391-4202-9075-81973B62A630}" type="sibTrans" cxnId="{FD56C882-6374-4EB4-9E0D-5F2D854384AE}">
      <dgm:prSet/>
      <dgm:spPr/>
      <dgm:t>
        <a:bodyPr/>
        <a:lstStyle/>
        <a:p>
          <a:endParaRPr lang="en-US"/>
        </a:p>
      </dgm:t>
    </dgm:pt>
    <dgm:pt modelId="{653EF7CD-0926-4EFA-BFCD-0178BA367F3D}">
      <dgm:prSet/>
      <dgm:spPr/>
      <dgm:t>
        <a:bodyPr/>
        <a:lstStyle/>
        <a:p>
          <a:r>
            <a:rPr lang="en-US" b="0" i="0" baseline="0"/>
            <a:t>Added lag features: NO₂ (1-day, 2-day, 7-day), rolling mean (7-day)</a:t>
          </a:r>
          <a:endParaRPr lang="en-US"/>
        </a:p>
      </dgm:t>
    </dgm:pt>
    <dgm:pt modelId="{59BAFA9F-9FE9-4202-88DC-B32A038ECF2B}" type="parTrans" cxnId="{2ED2C7B9-6FB0-4143-AB55-AEB695E53751}">
      <dgm:prSet/>
      <dgm:spPr/>
      <dgm:t>
        <a:bodyPr/>
        <a:lstStyle/>
        <a:p>
          <a:endParaRPr lang="en-US"/>
        </a:p>
      </dgm:t>
    </dgm:pt>
    <dgm:pt modelId="{572710C9-2B3C-4AA2-9DBF-DC9A9B466838}" type="sibTrans" cxnId="{2ED2C7B9-6FB0-4143-AB55-AEB695E53751}">
      <dgm:prSet/>
      <dgm:spPr/>
      <dgm:t>
        <a:bodyPr/>
        <a:lstStyle/>
        <a:p>
          <a:endParaRPr lang="en-US"/>
        </a:p>
      </dgm:t>
    </dgm:pt>
    <dgm:pt modelId="{BD7B43C7-395F-4B30-92B2-696E38F47428}">
      <dgm:prSet/>
      <dgm:spPr/>
      <dgm:t>
        <a:bodyPr/>
        <a:lstStyle/>
        <a:p>
          <a:r>
            <a:rPr lang="en-US" b="0" i="0" baseline="0" dirty="0"/>
            <a:t>Integrated weather variables: Temperature, Wind, Precipitation.</a:t>
          </a:r>
          <a:endParaRPr lang="en-US" dirty="0"/>
        </a:p>
      </dgm:t>
    </dgm:pt>
    <dgm:pt modelId="{9DB253AF-1D76-4B40-8F23-2790A0DD7068}" type="parTrans" cxnId="{6BC35E95-7665-4DE9-997E-495F180483C3}">
      <dgm:prSet/>
      <dgm:spPr/>
      <dgm:t>
        <a:bodyPr/>
        <a:lstStyle/>
        <a:p>
          <a:endParaRPr lang="en-US"/>
        </a:p>
      </dgm:t>
    </dgm:pt>
    <dgm:pt modelId="{7BA84206-8EC3-41A3-82CE-42F8CD354BAD}" type="sibTrans" cxnId="{6BC35E95-7665-4DE9-997E-495F180483C3}">
      <dgm:prSet/>
      <dgm:spPr/>
      <dgm:t>
        <a:bodyPr/>
        <a:lstStyle/>
        <a:p>
          <a:endParaRPr lang="en-US"/>
        </a:p>
      </dgm:t>
    </dgm:pt>
    <dgm:pt modelId="{9AE8765A-527C-48A3-B8E2-ED8AD2780E92}" type="pres">
      <dgm:prSet presAssocID="{51B29809-4B57-4DE8-AB91-D0B5B5F1E102}" presName="linear" presStyleCnt="0">
        <dgm:presLayoutVars>
          <dgm:animLvl val="lvl"/>
          <dgm:resizeHandles val="exact"/>
        </dgm:presLayoutVars>
      </dgm:prSet>
      <dgm:spPr/>
    </dgm:pt>
    <dgm:pt modelId="{C234A711-4853-4818-9FD7-A3012B249019}" type="pres">
      <dgm:prSet presAssocID="{BA835C8F-399C-4A40-A15F-11251BB63E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FD04C58-DA50-47ED-A433-9DB799E86314}" type="pres">
      <dgm:prSet presAssocID="{39084B97-7391-4202-9075-81973B62A630}" presName="spacer" presStyleCnt="0"/>
      <dgm:spPr/>
    </dgm:pt>
    <dgm:pt modelId="{73F447BA-9082-475D-B8B3-774F6D088AA8}" type="pres">
      <dgm:prSet presAssocID="{653EF7CD-0926-4EFA-BFCD-0178BA367F3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2880A47-9BD6-4780-B588-C2BD99EF95CE}" type="pres">
      <dgm:prSet presAssocID="{572710C9-2B3C-4AA2-9DBF-DC9A9B466838}" presName="spacer" presStyleCnt="0"/>
      <dgm:spPr/>
    </dgm:pt>
    <dgm:pt modelId="{15D7C9F7-038C-4C6D-B5B5-7A3C564E9257}" type="pres">
      <dgm:prSet presAssocID="{BD7B43C7-395F-4B30-92B2-696E38F4742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5556B06-23FD-4A4E-9CA6-8E751FF4371B}" type="presOf" srcId="{653EF7CD-0926-4EFA-BFCD-0178BA367F3D}" destId="{73F447BA-9082-475D-B8B3-774F6D088AA8}" srcOrd="0" destOrd="0" presId="urn:microsoft.com/office/officeart/2005/8/layout/vList2"/>
    <dgm:cxn modelId="{1FEC9C53-6EE8-4D96-8470-D9E2486BE575}" type="presOf" srcId="{BA835C8F-399C-4A40-A15F-11251BB63EB8}" destId="{C234A711-4853-4818-9FD7-A3012B249019}" srcOrd="0" destOrd="0" presId="urn:microsoft.com/office/officeart/2005/8/layout/vList2"/>
    <dgm:cxn modelId="{FD56C882-6374-4EB4-9E0D-5F2D854384AE}" srcId="{51B29809-4B57-4DE8-AB91-D0B5B5F1E102}" destId="{BA835C8F-399C-4A40-A15F-11251BB63EB8}" srcOrd="0" destOrd="0" parTransId="{5BDE8FB1-9F82-4CF4-9599-E8CF67ACEF6C}" sibTransId="{39084B97-7391-4202-9075-81973B62A630}"/>
    <dgm:cxn modelId="{5561238E-E749-457D-B061-121F2A24A3B4}" type="presOf" srcId="{BD7B43C7-395F-4B30-92B2-696E38F47428}" destId="{15D7C9F7-038C-4C6D-B5B5-7A3C564E9257}" srcOrd="0" destOrd="0" presId="urn:microsoft.com/office/officeart/2005/8/layout/vList2"/>
    <dgm:cxn modelId="{6BC35E95-7665-4DE9-997E-495F180483C3}" srcId="{51B29809-4B57-4DE8-AB91-D0B5B5F1E102}" destId="{BD7B43C7-395F-4B30-92B2-696E38F47428}" srcOrd="2" destOrd="0" parTransId="{9DB253AF-1D76-4B40-8F23-2790A0DD7068}" sibTransId="{7BA84206-8EC3-41A3-82CE-42F8CD354BAD}"/>
    <dgm:cxn modelId="{2ED2C7B9-6FB0-4143-AB55-AEB695E53751}" srcId="{51B29809-4B57-4DE8-AB91-D0B5B5F1E102}" destId="{653EF7CD-0926-4EFA-BFCD-0178BA367F3D}" srcOrd="1" destOrd="0" parTransId="{59BAFA9F-9FE9-4202-88DC-B32A038ECF2B}" sibTransId="{572710C9-2B3C-4AA2-9DBF-DC9A9B466838}"/>
    <dgm:cxn modelId="{D2BAFCF8-11B4-4B8B-8F9E-8FDB94712C4D}" type="presOf" srcId="{51B29809-4B57-4DE8-AB91-D0B5B5F1E102}" destId="{9AE8765A-527C-48A3-B8E2-ED8AD2780E92}" srcOrd="0" destOrd="0" presId="urn:microsoft.com/office/officeart/2005/8/layout/vList2"/>
    <dgm:cxn modelId="{4ED10954-FF0A-4412-8077-44F229AFC4C8}" type="presParOf" srcId="{9AE8765A-527C-48A3-B8E2-ED8AD2780E92}" destId="{C234A711-4853-4818-9FD7-A3012B249019}" srcOrd="0" destOrd="0" presId="urn:microsoft.com/office/officeart/2005/8/layout/vList2"/>
    <dgm:cxn modelId="{694F9D7A-CCE2-43B8-8BB2-17AA62C86458}" type="presParOf" srcId="{9AE8765A-527C-48A3-B8E2-ED8AD2780E92}" destId="{7FD04C58-DA50-47ED-A433-9DB799E86314}" srcOrd="1" destOrd="0" presId="urn:microsoft.com/office/officeart/2005/8/layout/vList2"/>
    <dgm:cxn modelId="{65EB0E42-9DEA-4C5E-8385-EF41433581CA}" type="presParOf" srcId="{9AE8765A-527C-48A3-B8E2-ED8AD2780E92}" destId="{73F447BA-9082-475D-B8B3-774F6D088AA8}" srcOrd="2" destOrd="0" presId="urn:microsoft.com/office/officeart/2005/8/layout/vList2"/>
    <dgm:cxn modelId="{E1EE4341-3685-496B-834D-F1F0F9BBC220}" type="presParOf" srcId="{9AE8765A-527C-48A3-B8E2-ED8AD2780E92}" destId="{C2880A47-9BD6-4780-B588-C2BD99EF95CE}" srcOrd="3" destOrd="0" presId="urn:microsoft.com/office/officeart/2005/8/layout/vList2"/>
    <dgm:cxn modelId="{E2F32BFA-6B4B-4FF2-B5E5-FC4A31421984}" type="presParOf" srcId="{9AE8765A-527C-48A3-B8E2-ED8AD2780E92}" destId="{15D7C9F7-038C-4C6D-B5B5-7A3C564E925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CCB451E-4D69-4F0A-ADB0-FF7D648541B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0B9505-BBE6-4B8E-88A0-B6711122CDE0}">
      <dgm:prSet/>
      <dgm:spPr/>
      <dgm:t>
        <a:bodyPr/>
        <a:lstStyle/>
        <a:p>
          <a:r>
            <a:rPr lang="en-US" b="0" i="0" baseline="0"/>
            <a:t>Baseline models:</a:t>
          </a:r>
          <a:endParaRPr lang="en-US"/>
        </a:p>
      </dgm:t>
    </dgm:pt>
    <dgm:pt modelId="{E8480FE3-4D91-4FE2-AB95-046B98A9DAB4}" type="parTrans" cxnId="{884806DB-8664-4AB9-833D-371CB3B4F517}">
      <dgm:prSet/>
      <dgm:spPr/>
      <dgm:t>
        <a:bodyPr/>
        <a:lstStyle/>
        <a:p>
          <a:endParaRPr lang="en-US"/>
        </a:p>
      </dgm:t>
    </dgm:pt>
    <dgm:pt modelId="{3FA5AC8C-34D1-4E2B-A3B3-E64E614DB4A1}" type="sibTrans" cxnId="{884806DB-8664-4AB9-833D-371CB3B4F517}">
      <dgm:prSet/>
      <dgm:spPr/>
      <dgm:t>
        <a:bodyPr/>
        <a:lstStyle/>
        <a:p>
          <a:endParaRPr lang="en-US"/>
        </a:p>
      </dgm:t>
    </dgm:pt>
    <dgm:pt modelId="{F4CD7DF7-545A-43C1-9111-A46F39E34B12}">
      <dgm:prSet/>
      <dgm:spPr/>
      <dgm:t>
        <a:bodyPr/>
        <a:lstStyle/>
        <a:p>
          <a:r>
            <a:rPr lang="en-US" b="0" i="0" baseline="0"/>
            <a:t>Linear Regression</a:t>
          </a:r>
          <a:endParaRPr lang="en-US"/>
        </a:p>
      </dgm:t>
    </dgm:pt>
    <dgm:pt modelId="{180295EF-F942-4298-ADAA-5EFACB7CF39B}" type="parTrans" cxnId="{5A91EA85-6C7B-4161-B965-025C2CE83F07}">
      <dgm:prSet/>
      <dgm:spPr/>
      <dgm:t>
        <a:bodyPr/>
        <a:lstStyle/>
        <a:p>
          <a:endParaRPr lang="en-US"/>
        </a:p>
      </dgm:t>
    </dgm:pt>
    <dgm:pt modelId="{9CEB4653-B471-4FE0-9587-8394CD472FD6}" type="sibTrans" cxnId="{5A91EA85-6C7B-4161-B965-025C2CE83F07}">
      <dgm:prSet/>
      <dgm:spPr/>
      <dgm:t>
        <a:bodyPr/>
        <a:lstStyle/>
        <a:p>
          <a:endParaRPr lang="en-US"/>
        </a:p>
      </dgm:t>
    </dgm:pt>
    <dgm:pt modelId="{0C941AEE-CE92-4F6C-97E2-FFAC2ABBDC5A}">
      <dgm:prSet/>
      <dgm:spPr/>
      <dgm:t>
        <a:bodyPr/>
        <a:lstStyle/>
        <a:p>
          <a:r>
            <a:rPr lang="en-US" b="0" i="0" baseline="0"/>
            <a:t>Random Forest</a:t>
          </a:r>
          <a:endParaRPr lang="en-US"/>
        </a:p>
      </dgm:t>
    </dgm:pt>
    <dgm:pt modelId="{219A127B-A9EC-4700-8A6D-CD98A2E046CC}" type="parTrans" cxnId="{8D7CC340-606B-4E7F-9B79-4B188628436E}">
      <dgm:prSet/>
      <dgm:spPr/>
      <dgm:t>
        <a:bodyPr/>
        <a:lstStyle/>
        <a:p>
          <a:endParaRPr lang="en-US"/>
        </a:p>
      </dgm:t>
    </dgm:pt>
    <dgm:pt modelId="{DFEF7592-B2D7-4FCE-B435-508B9BBBB110}" type="sibTrans" cxnId="{8D7CC340-606B-4E7F-9B79-4B188628436E}">
      <dgm:prSet/>
      <dgm:spPr/>
      <dgm:t>
        <a:bodyPr/>
        <a:lstStyle/>
        <a:p>
          <a:endParaRPr lang="en-US"/>
        </a:p>
      </dgm:t>
    </dgm:pt>
    <dgm:pt modelId="{1E4ECA96-3E78-4035-9B78-E2F62712B03A}">
      <dgm:prSet/>
      <dgm:spPr/>
      <dgm:t>
        <a:bodyPr/>
        <a:lstStyle/>
        <a:p>
          <a:r>
            <a:rPr lang="en-US" b="0" i="0" baseline="0"/>
            <a:t>XGBoost (untuned)</a:t>
          </a:r>
          <a:endParaRPr lang="en-US"/>
        </a:p>
      </dgm:t>
    </dgm:pt>
    <dgm:pt modelId="{8FC23B8B-7366-444A-9F6F-535AC045C861}" type="parTrans" cxnId="{90143D91-DEF5-424E-BCF8-CAA0E5258E8D}">
      <dgm:prSet/>
      <dgm:spPr/>
      <dgm:t>
        <a:bodyPr/>
        <a:lstStyle/>
        <a:p>
          <a:endParaRPr lang="en-US"/>
        </a:p>
      </dgm:t>
    </dgm:pt>
    <dgm:pt modelId="{E3766CC0-8E33-419C-8EEA-8D70E7EB1687}" type="sibTrans" cxnId="{90143D91-DEF5-424E-BCF8-CAA0E5258E8D}">
      <dgm:prSet/>
      <dgm:spPr/>
      <dgm:t>
        <a:bodyPr/>
        <a:lstStyle/>
        <a:p>
          <a:endParaRPr lang="en-US"/>
        </a:p>
      </dgm:t>
    </dgm:pt>
    <dgm:pt modelId="{B05923CC-0734-4B1C-B923-24D2E271872B}">
      <dgm:prSet/>
      <dgm:spPr/>
      <dgm:t>
        <a:bodyPr/>
        <a:lstStyle/>
        <a:p>
          <a:r>
            <a:rPr lang="en-US" b="0" i="0" baseline="0"/>
            <a:t>Metrics used: MAE, RMSE, R²</a:t>
          </a:r>
          <a:endParaRPr lang="en-US"/>
        </a:p>
      </dgm:t>
    </dgm:pt>
    <dgm:pt modelId="{F6FFAA2D-F27A-454A-8844-711ECB5577FE}" type="parTrans" cxnId="{4259503E-2A67-4F4B-9F71-D3D6E83508E5}">
      <dgm:prSet/>
      <dgm:spPr/>
      <dgm:t>
        <a:bodyPr/>
        <a:lstStyle/>
        <a:p>
          <a:endParaRPr lang="en-US"/>
        </a:p>
      </dgm:t>
    </dgm:pt>
    <dgm:pt modelId="{4D7C0FE4-6BE5-4648-A318-E4814E26B289}" type="sibTrans" cxnId="{4259503E-2A67-4F4B-9F71-D3D6E83508E5}">
      <dgm:prSet/>
      <dgm:spPr/>
      <dgm:t>
        <a:bodyPr/>
        <a:lstStyle/>
        <a:p>
          <a:endParaRPr lang="en-US"/>
        </a:p>
      </dgm:t>
    </dgm:pt>
    <dgm:pt modelId="{1CD796C1-AAE4-40A6-9169-116274180AE0}" type="pres">
      <dgm:prSet presAssocID="{DCCB451E-4D69-4F0A-ADB0-FF7D648541B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67ED63C-4C13-4A66-BF20-A59E3395E3E1}" type="pres">
      <dgm:prSet presAssocID="{B60B9505-BBE6-4B8E-88A0-B6711122CDE0}" presName="hierRoot1" presStyleCnt="0"/>
      <dgm:spPr/>
    </dgm:pt>
    <dgm:pt modelId="{66C4504F-E5F1-49A5-B93B-0C60AC1BCE46}" type="pres">
      <dgm:prSet presAssocID="{B60B9505-BBE6-4B8E-88A0-B6711122CDE0}" presName="composite" presStyleCnt="0"/>
      <dgm:spPr/>
    </dgm:pt>
    <dgm:pt modelId="{6D7BEB3A-222A-4D91-9632-A3CA388B7E5B}" type="pres">
      <dgm:prSet presAssocID="{B60B9505-BBE6-4B8E-88A0-B6711122CDE0}" presName="background" presStyleLbl="node0" presStyleIdx="0" presStyleCnt="5"/>
      <dgm:spPr/>
    </dgm:pt>
    <dgm:pt modelId="{622572F4-A956-43E6-82EA-8D44329552E6}" type="pres">
      <dgm:prSet presAssocID="{B60B9505-BBE6-4B8E-88A0-B6711122CDE0}" presName="text" presStyleLbl="fgAcc0" presStyleIdx="0" presStyleCnt="5">
        <dgm:presLayoutVars>
          <dgm:chPref val="3"/>
        </dgm:presLayoutVars>
      </dgm:prSet>
      <dgm:spPr/>
    </dgm:pt>
    <dgm:pt modelId="{F7273B96-ECE2-428F-A480-92B4BDEF7DC7}" type="pres">
      <dgm:prSet presAssocID="{B60B9505-BBE6-4B8E-88A0-B6711122CDE0}" presName="hierChild2" presStyleCnt="0"/>
      <dgm:spPr/>
    </dgm:pt>
    <dgm:pt modelId="{9E6140EF-BA62-479D-92C1-3D1699B49D72}" type="pres">
      <dgm:prSet presAssocID="{F4CD7DF7-545A-43C1-9111-A46F39E34B12}" presName="hierRoot1" presStyleCnt="0"/>
      <dgm:spPr/>
    </dgm:pt>
    <dgm:pt modelId="{D9D05143-4FF1-457D-BDCA-7CC68AEFA412}" type="pres">
      <dgm:prSet presAssocID="{F4CD7DF7-545A-43C1-9111-A46F39E34B12}" presName="composite" presStyleCnt="0"/>
      <dgm:spPr/>
    </dgm:pt>
    <dgm:pt modelId="{498A59A1-D3C0-450B-AA5A-2E8588CFAB78}" type="pres">
      <dgm:prSet presAssocID="{F4CD7DF7-545A-43C1-9111-A46F39E34B12}" presName="background" presStyleLbl="node0" presStyleIdx="1" presStyleCnt="5"/>
      <dgm:spPr/>
    </dgm:pt>
    <dgm:pt modelId="{F8F0F6FA-168D-4DB0-A459-4F3B6971D939}" type="pres">
      <dgm:prSet presAssocID="{F4CD7DF7-545A-43C1-9111-A46F39E34B12}" presName="text" presStyleLbl="fgAcc0" presStyleIdx="1" presStyleCnt="5">
        <dgm:presLayoutVars>
          <dgm:chPref val="3"/>
        </dgm:presLayoutVars>
      </dgm:prSet>
      <dgm:spPr/>
    </dgm:pt>
    <dgm:pt modelId="{6889AFB8-B8D1-457D-8BAB-D93CE468734F}" type="pres">
      <dgm:prSet presAssocID="{F4CD7DF7-545A-43C1-9111-A46F39E34B12}" presName="hierChild2" presStyleCnt="0"/>
      <dgm:spPr/>
    </dgm:pt>
    <dgm:pt modelId="{ADEDB0D9-4650-4695-8E86-4C4910E071C7}" type="pres">
      <dgm:prSet presAssocID="{0C941AEE-CE92-4F6C-97E2-FFAC2ABBDC5A}" presName="hierRoot1" presStyleCnt="0"/>
      <dgm:spPr/>
    </dgm:pt>
    <dgm:pt modelId="{3E81FA50-0298-4F29-8D24-9532EE45D060}" type="pres">
      <dgm:prSet presAssocID="{0C941AEE-CE92-4F6C-97E2-FFAC2ABBDC5A}" presName="composite" presStyleCnt="0"/>
      <dgm:spPr/>
    </dgm:pt>
    <dgm:pt modelId="{5D834FA7-C1E5-47D2-9C5B-B441DDDF9A57}" type="pres">
      <dgm:prSet presAssocID="{0C941AEE-CE92-4F6C-97E2-FFAC2ABBDC5A}" presName="background" presStyleLbl="node0" presStyleIdx="2" presStyleCnt="5"/>
      <dgm:spPr/>
    </dgm:pt>
    <dgm:pt modelId="{B46632B0-79AB-4853-ACD6-C2AC213D0FCA}" type="pres">
      <dgm:prSet presAssocID="{0C941AEE-CE92-4F6C-97E2-FFAC2ABBDC5A}" presName="text" presStyleLbl="fgAcc0" presStyleIdx="2" presStyleCnt="5">
        <dgm:presLayoutVars>
          <dgm:chPref val="3"/>
        </dgm:presLayoutVars>
      </dgm:prSet>
      <dgm:spPr/>
    </dgm:pt>
    <dgm:pt modelId="{AF27C2C7-94D5-4BF4-8099-98929F55CCCE}" type="pres">
      <dgm:prSet presAssocID="{0C941AEE-CE92-4F6C-97E2-FFAC2ABBDC5A}" presName="hierChild2" presStyleCnt="0"/>
      <dgm:spPr/>
    </dgm:pt>
    <dgm:pt modelId="{0CB4093E-FC50-4FE7-B8A3-BF11AA5167E9}" type="pres">
      <dgm:prSet presAssocID="{1E4ECA96-3E78-4035-9B78-E2F62712B03A}" presName="hierRoot1" presStyleCnt="0"/>
      <dgm:spPr/>
    </dgm:pt>
    <dgm:pt modelId="{82AA0DA3-C19B-410B-9732-8439E021AF07}" type="pres">
      <dgm:prSet presAssocID="{1E4ECA96-3E78-4035-9B78-E2F62712B03A}" presName="composite" presStyleCnt="0"/>
      <dgm:spPr/>
    </dgm:pt>
    <dgm:pt modelId="{16A0B11D-D31D-4DBC-AEBC-772ED9CF34F6}" type="pres">
      <dgm:prSet presAssocID="{1E4ECA96-3E78-4035-9B78-E2F62712B03A}" presName="background" presStyleLbl="node0" presStyleIdx="3" presStyleCnt="5"/>
      <dgm:spPr/>
    </dgm:pt>
    <dgm:pt modelId="{54879D6B-22FB-4CE8-B4D3-80BD0BA71333}" type="pres">
      <dgm:prSet presAssocID="{1E4ECA96-3E78-4035-9B78-E2F62712B03A}" presName="text" presStyleLbl="fgAcc0" presStyleIdx="3" presStyleCnt="5">
        <dgm:presLayoutVars>
          <dgm:chPref val="3"/>
        </dgm:presLayoutVars>
      </dgm:prSet>
      <dgm:spPr/>
    </dgm:pt>
    <dgm:pt modelId="{EDB8B9D6-41A3-4776-9F74-9C8883383FDE}" type="pres">
      <dgm:prSet presAssocID="{1E4ECA96-3E78-4035-9B78-E2F62712B03A}" presName="hierChild2" presStyleCnt="0"/>
      <dgm:spPr/>
    </dgm:pt>
    <dgm:pt modelId="{06489886-008F-43D6-8896-7DF21C74C9BE}" type="pres">
      <dgm:prSet presAssocID="{B05923CC-0734-4B1C-B923-24D2E271872B}" presName="hierRoot1" presStyleCnt="0"/>
      <dgm:spPr/>
    </dgm:pt>
    <dgm:pt modelId="{BD644200-97ED-4604-875F-5B91E472C5A9}" type="pres">
      <dgm:prSet presAssocID="{B05923CC-0734-4B1C-B923-24D2E271872B}" presName="composite" presStyleCnt="0"/>
      <dgm:spPr/>
    </dgm:pt>
    <dgm:pt modelId="{F3695171-AE85-4C11-A869-17E8011438EE}" type="pres">
      <dgm:prSet presAssocID="{B05923CC-0734-4B1C-B923-24D2E271872B}" presName="background" presStyleLbl="node0" presStyleIdx="4" presStyleCnt="5"/>
      <dgm:spPr/>
    </dgm:pt>
    <dgm:pt modelId="{DF88D70C-15A0-4E95-B678-2D7D6C4BBB83}" type="pres">
      <dgm:prSet presAssocID="{B05923CC-0734-4B1C-B923-24D2E271872B}" presName="text" presStyleLbl="fgAcc0" presStyleIdx="4" presStyleCnt="5">
        <dgm:presLayoutVars>
          <dgm:chPref val="3"/>
        </dgm:presLayoutVars>
      </dgm:prSet>
      <dgm:spPr/>
    </dgm:pt>
    <dgm:pt modelId="{6231EFBB-77AF-43C8-A831-0D03669CA489}" type="pres">
      <dgm:prSet presAssocID="{B05923CC-0734-4B1C-B923-24D2E271872B}" presName="hierChild2" presStyleCnt="0"/>
      <dgm:spPr/>
    </dgm:pt>
  </dgm:ptLst>
  <dgm:cxnLst>
    <dgm:cxn modelId="{07A0A215-396D-4548-AE5C-7606C0F42EB7}" type="presOf" srcId="{B05923CC-0734-4B1C-B923-24D2E271872B}" destId="{DF88D70C-15A0-4E95-B678-2D7D6C4BBB83}" srcOrd="0" destOrd="0" presId="urn:microsoft.com/office/officeart/2005/8/layout/hierarchy1"/>
    <dgm:cxn modelId="{D0D67A3C-7593-4DA7-9404-A710E472BB98}" type="presOf" srcId="{1E4ECA96-3E78-4035-9B78-E2F62712B03A}" destId="{54879D6B-22FB-4CE8-B4D3-80BD0BA71333}" srcOrd="0" destOrd="0" presId="urn:microsoft.com/office/officeart/2005/8/layout/hierarchy1"/>
    <dgm:cxn modelId="{4259503E-2A67-4F4B-9F71-D3D6E83508E5}" srcId="{DCCB451E-4D69-4F0A-ADB0-FF7D648541B4}" destId="{B05923CC-0734-4B1C-B923-24D2E271872B}" srcOrd="4" destOrd="0" parTransId="{F6FFAA2D-F27A-454A-8844-711ECB5577FE}" sibTransId="{4D7C0FE4-6BE5-4648-A318-E4814E26B289}"/>
    <dgm:cxn modelId="{8D7CC340-606B-4E7F-9B79-4B188628436E}" srcId="{DCCB451E-4D69-4F0A-ADB0-FF7D648541B4}" destId="{0C941AEE-CE92-4F6C-97E2-FFAC2ABBDC5A}" srcOrd="2" destOrd="0" parTransId="{219A127B-A9EC-4700-8A6D-CD98A2E046CC}" sibTransId="{DFEF7592-B2D7-4FCE-B435-508B9BBBB110}"/>
    <dgm:cxn modelId="{7791516E-E0CF-434A-928C-7E638E34EA5A}" type="presOf" srcId="{0C941AEE-CE92-4F6C-97E2-FFAC2ABBDC5A}" destId="{B46632B0-79AB-4853-ACD6-C2AC213D0FCA}" srcOrd="0" destOrd="0" presId="urn:microsoft.com/office/officeart/2005/8/layout/hierarchy1"/>
    <dgm:cxn modelId="{5A91EA85-6C7B-4161-B965-025C2CE83F07}" srcId="{DCCB451E-4D69-4F0A-ADB0-FF7D648541B4}" destId="{F4CD7DF7-545A-43C1-9111-A46F39E34B12}" srcOrd="1" destOrd="0" parTransId="{180295EF-F942-4298-ADAA-5EFACB7CF39B}" sibTransId="{9CEB4653-B471-4FE0-9587-8394CD472FD6}"/>
    <dgm:cxn modelId="{EC400B8D-5A2F-47DD-8E6C-0ED40C5422DC}" type="presOf" srcId="{B60B9505-BBE6-4B8E-88A0-B6711122CDE0}" destId="{622572F4-A956-43E6-82EA-8D44329552E6}" srcOrd="0" destOrd="0" presId="urn:microsoft.com/office/officeart/2005/8/layout/hierarchy1"/>
    <dgm:cxn modelId="{90143D91-DEF5-424E-BCF8-CAA0E5258E8D}" srcId="{DCCB451E-4D69-4F0A-ADB0-FF7D648541B4}" destId="{1E4ECA96-3E78-4035-9B78-E2F62712B03A}" srcOrd="3" destOrd="0" parTransId="{8FC23B8B-7366-444A-9F6F-535AC045C861}" sibTransId="{E3766CC0-8E33-419C-8EEA-8D70E7EB1687}"/>
    <dgm:cxn modelId="{DBC95CBD-F789-4B29-93D6-1AE5BFD1D51A}" type="presOf" srcId="{DCCB451E-4D69-4F0A-ADB0-FF7D648541B4}" destId="{1CD796C1-AAE4-40A6-9169-116274180AE0}" srcOrd="0" destOrd="0" presId="urn:microsoft.com/office/officeart/2005/8/layout/hierarchy1"/>
    <dgm:cxn modelId="{884806DB-8664-4AB9-833D-371CB3B4F517}" srcId="{DCCB451E-4D69-4F0A-ADB0-FF7D648541B4}" destId="{B60B9505-BBE6-4B8E-88A0-B6711122CDE0}" srcOrd="0" destOrd="0" parTransId="{E8480FE3-4D91-4FE2-AB95-046B98A9DAB4}" sibTransId="{3FA5AC8C-34D1-4E2B-A3B3-E64E614DB4A1}"/>
    <dgm:cxn modelId="{651A4EDF-8785-42EC-BB32-FC871409B2BF}" type="presOf" srcId="{F4CD7DF7-545A-43C1-9111-A46F39E34B12}" destId="{F8F0F6FA-168D-4DB0-A459-4F3B6971D939}" srcOrd="0" destOrd="0" presId="urn:microsoft.com/office/officeart/2005/8/layout/hierarchy1"/>
    <dgm:cxn modelId="{A646BEB0-E651-4E6F-AB7F-309CB8FE3DA5}" type="presParOf" srcId="{1CD796C1-AAE4-40A6-9169-116274180AE0}" destId="{C67ED63C-4C13-4A66-BF20-A59E3395E3E1}" srcOrd="0" destOrd="0" presId="urn:microsoft.com/office/officeart/2005/8/layout/hierarchy1"/>
    <dgm:cxn modelId="{FC4AFE5E-D362-43C5-AC0E-FD6CB01F199B}" type="presParOf" srcId="{C67ED63C-4C13-4A66-BF20-A59E3395E3E1}" destId="{66C4504F-E5F1-49A5-B93B-0C60AC1BCE46}" srcOrd="0" destOrd="0" presId="urn:microsoft.com/office/officeart/2005/8/layout/hierarchy1"/>
    <dgm:cxn modelId="{04D4A01B-36DD-44BB-B013-98443AC1B849}" type="presParOf" srcId="{66C4504F-E5F1-49A5-B93B-0C60AC1BCE46}" destId="{6D7BEB3A-222A-4D91-9632-A3CA388B7E5B}" srcOrd="0" destOrd="0" presId="urn:microsoft.com/office/officeart/2005/8/layout/hierarchy1"/>
    <dgm:cxn modelId="{C3E32FF9-47C8-4C36-8F8F-5F5E0FED7167}" type="presParOf" srcId="{66C4504F-E5F1-49A5-B93B-0C60AC1BCE46}" destId="{622572F4-A956-43E6-82EA-8D44329552E6}" srcOrd="1" destOrd="0" presId="urn:microsoft.com/office/officeart/2005/8/layout/hierarchy1"/>
    <dgm:cxn modelId="{F82D5807-CCA0-445D-A1A1-68EE4DE8A579}" type="presParOf" srcId="{C67ED63C-4C13-4A66-BF20-A59E3395E3E1}" destId="{F7273B96-ECE2-428F-A480-92B4BDEF7DC7}" srcOrd="1" destOrd="0" presId="urn:microsoft.com/office/officeart/2005/8/layout/hierarchy1"/>
    <dgm:cxn modelId="{9D278AB5-BD46-4DDD-813C-FBB8A8670BEE}" type="presParOf" srcId="{1CD796C1-AAE4-40A6-9169-116274180AE0}" destId="{9E6140EF-BA62-479D-92C1-3D1699B49D72}" srcOrd="1" destOrd="0" presId="urn:microsoft.com/office/officeart/2005/8/layout/hierarchy1"/>
    <dgm:cxn modelId="{A8A2405E-BF41-405C-BA5D-55B8B98E6F6F}" type="presParOf" srcId="{9E6140EF-BA62-479D-92C1-3D1699B49D72}" destId="{D9D05143-4FF1-457D-BDCA-7CC68AEFA412}" srcOrd="0" destOrd="0" presId="urn:microsoft.com/office/officeart/2005/8/layout/hierarchy1"/>
    <dgm:cxn modelId="{CA628B19-FAA3-4F78-87B6-32609DF53B4A}" type="presParOf" srcId="{D9D05143-4FF1-457D-BDCA-7CC68AEFA412}" destId="{498A59A1-D3C0-450B-AA5A-2E8588CFAB78}" srcOrd="0" destOrd="0" presId="urn:microsoft.com/office/officeart/2005/8/layout/hierarchy1"/>
    <dgm:cxn modelId="{06CDF1D4-29C2-4F6E-9446-0F4C5FF020E6}" type="presParOf" srcId="{D9D05143-4FF1-457D-BDCA-7CC68AEFA412}" destId="{F8F0F6FA-168D-4DB0-A459-4F3B6971D939}" srcOrd="1" destOrd="0" presId="urn:microsoft.com/office/officeart/2005/8/layout/hierarchy1"/>
    <dgm:cxn modelId="{10B90992-65E5-4C03-A91D-5592D77A4E51}" type="presParOf" srcId="{9E6140EF-BA62-479D-92C1-3D1699B49D72}" destId="{6889AFB8-B8D1-457D-8BAB-D93CE468734F}" srcOrd="1" destOrd="0" presId="urn:microsoft.com/office/officeart/2005/8/layout/hierarchy1"/>
    <dgm:cxn modelId="{2250CC25-5A17-44EE-839C-C4A204CADF77}" type="presParOf" srcId="{1CD796C1-AAE4-40A6-9169-116274180AE0}" destId="{ADEDB0D9-4650-4695-8E86-4C4910E071C7}" srcOrd="2" destOrd="0" presId="urn:microsoft.com/office/officeart/2005/8/layout/hierarchy1"/>
    <dgm:cxn modelId="{9D8FFE69-01E7-4AF4-90DD-02D7FDC31A67}" type="presParOf" srcId="{ADEDB0D9-4650-4695-8E86-4C4910E071C7}" destId="{3E81FA50-0298-4F29-8D24-9532EE45D060}" srcOrd="0" destOrd="0" presId="urn:microsoft.com/office/officeart/2005/8/layout/hierarchy1"/>
    <dgm:cxn modelId="{89D62F94-DDD0-4F2A-84A0-5EFC7505E19D}" type="presParOf" srcId="{3E81FA50-0298-4F29-8D24-9532EE45D060}" destId="{5D834FA7-C1E5-47D2-9C5B-B441DDDF9A57}" srcOrd="0" destOrd="0" presId="urn:microsoft.com/office/officeart/2005/8/layout/hierarchy1"/>
    <dgm:cxn modelId="{544AE93E-0E6A-49E6-AD44-1CD8E9B8DB2E}" type="presParOf" srcId="{3E81FA50-0298-4F29-8D24-9532EE45D060}" destId="{B46632B0-79AB-4853-ACD6-C2AC213D0FCA}" srcOrd="1" destOrd="0" presId="urn:microsoft.com/office/officeart/2005/8/layout/hierarchy1"/>
    <dgm:cxn modelId="{7290CCCE-81D0-46EF-880E-FADF53A40F3E}" type="presParOf" srcId="{ADEDB0D9-4650-4695-8E86-4C4910E071C7}" destId="{AF27C2C7-94D5-4BF4-8099-98929F55CCCE}" srcOrd="1" destOrd="0" presId="urn:microsoft.com/office/officeart/2005/8/layout/hierarchy1"/>
    <dgm:cxn modelId="{A07C3F1D-1207-464B-98F7-5FC8B8E8C03B}" type="presParOf" srcId="{1CD796C1-AAE4-40A6-9169-116274180AE0}" destId="{0CB4093E-FC50-4FE7-B8A3-BF11AA5167E9}" srcOrd="3" destOrd="0" presId="urn:microsoft.com/office/officeart/2005/8/layout/hierarchy1"/>
    <dgm:cxn modelId="{179AE516-C61D-4142-9F1F-42665453FE32}" type="presParOf" srcId="{0CB4093E-FC50-4FE7-B8A3-BF11AA5167E9}" destId="{82AA0DA3-C19B-410B-9732-8439E021AF07}" srcOrd="0" destOrd="0" presId="urn:microsoft.com/office/officeart/2005/8/layout/hierarchy1"/>
    <dgm:cxn modelId="{28F4EC52-612D-47C6-B6A8-CB8E90266B50}" type="presParOf" srcId="{82AA0DA3-C19B-410B-9732-8439E021AF07}" destId="{16A0B11D-D31D-4DBC-AEBC-772ED9CF34F6}" srcOrd="0" destOrd="0" presId="urn:microsoft.com/office/officeart/2005/8/layout/hierarchy1"/>
    <dgm:cxn modelId="{8876B21E-50D9-4619-9590-F1A51838EC79}" type="presParOf" srcId="{82AA0DA3-C19B-410B-9732-8439E021AF07}" destId="{54879D6B-22FB-4CE8-B4D3-80BD0BA71333}" srcOrd="1" destOrd="0" presId="urn:microsoft.com/office/officeart/2005/8/layout/hierarchy1"/>
    <dgm:cxn modelId="{AEE2E7A5-24FF-4BB5-80F7-BF2108503011}" type="presParOf" srcId="{0CB4093E-FC50-4FE7-B8A3-BF11AA5167E9}" destId="{EDB8B9D6-41A3-4776-9F74-9C8883383FDE}" srcOrd="1" destOrd="0" presId="urn:microsoft.com/office/officeart/2005/8/layout/hierarchy1"/>
    <dgm:cxn modelId="{575C9147-5818-4B73-9DDC-7178EC433F7F}" type="presParOf" srcId="{1CD796C1-AAE4-40A6-9169-116274180AE0}" destId="{06489886-008F-43D6-8896-7DF21C74C9BE}" srcOrd="4" destOrd="0" presId="urn:microsoft.com/office/officeart/2005/8/layout/hierarchy1"/>
    <dgm:cxn modelId="{5B84296B-8172-45DE-B2E3-3384E42991E6}" type="presParOf" srcId="{06489886-008F-43D6-8896-7DF21C74C9BE}" destId="{BD644200-97ED-4604-875F-5B91E472C5A9}" srcOrd="0" destOrd="0" presId="urn:microsoft.com/office/officeart/2005/8/layout/hierarchy1"/>
    <dgm:cxn modelId="{55D9F793-174B-4E5A-8458-996C1863AB4B}" type="presParOf" srcId="{BD644200-97ED-4604-875F-5B91E472C5A9}" destId="{F3695171-AE85-4C11-A869-17E8011438EE}" srcOrd="0" destOrd="0" presId="urn:microsoft.com/office/officeart/2005/8/layout/hierarchy1"/>
    <dgm:cxn modelId="{3E052E58-A40A-4C47-B116-25D1CF096E5F}" type="presParOf" srcId="{BD644200-97ED-4604-875F-5B91E472C5A9}" destId="{DF88D70C-15A0-4E95-B678-2D7D6C4BBB83}" srcOrd="1" destOrd="0" presId="urn:microsoft.com/office/officeart/2005/8/layout/hierarchy1"/>
    <dgm:cxn modelId="{CE3A9776-5C44-4F01-A234-6C438C000865}" type="presParOf" srcId="{06489886-008F-43D6-8896-7DF21C74C9BE}" destId="{6231EFBB-77AF-43C8-A831-0D03669CA48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6C648B-E11F-4A75-84A2-CA9D41FD09A6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749B9C-46C2-4001-A547-347591D022C9}">
      <dgm:prSet/>
      <dgm:spPr/>
      <dgm:t>
        <a:bodyPr/>
        <a:lstStyle/>
        <a:p>
          <a:r>
            <a:rPr lang="en-US" b="0" i="0" baseline="0"/>
            <a:t>Used </a:t>
          </a:r>
          <a:r>
            <a:rPr lang="en-US" b="1" i="0" baseline="0"/>
            <a:t>GridSearchCV</a:t>
          </a:r>
          <a:r>
            <a:rPr lang="en-US" b="0" i="0" baseline="0"/>
            <a:t> for parameter tuning</a:t>
          </a:r>
          <a:endParaRPr lang="en-US"/>
        </a:p>
      </dgm:t>
    </dgm:pt>
    <dgm:pt modelId="{AF854022-EC05-49E6-B861-9375CD4407F1}" type="parTrans" cxnId="{F74FCB63-C19F-4DC4-93B9-29449DF2B2A5}">
      <dgm:prSet/>
      <dgm:spPr/>
      <dgm:t>
        <a:bodyPr/>
        <a:lstStyle/>
        <a:p>
          <a:endParaRPr lang="en-US"/>
        </a:p>
      </dgm:t>
    </dgm:pt>
    <dgm:pt modelId="{6A7DD7B8-0F0A-417E-9076-214B8AB9D12F}" type="sibTrans" cxnId="{F74FCB63-C19F-4DC4-93B9-29449DF2B2A5}">
      <dgm:prSet/>
      <dgm:spPr/>
      <dgm:t>
        <a:bodyPr/>
        <a:lstStyle/>
        <a:p>
          <a:endParaRPr lang="en-US"/>
        </a:p>
      </dgm:t>
    </dgm:pt>
    <dgm:pt modelId="{5EB5C802-D4FE-44AB-A86F-BFE947C69D5C}">
      <dgm:prSet/>
      <dgm:spPr/>
      <dgm:t>
        <a:bodyPr/>
        <a:lstStyle/>
        <a:p>
          <a:r>
            <a:rPr lang="en-US" b="0" i="0" baseline="0"/>
            <a:t>Evaluated parameters: learning rate, depth, n_estimators, subsample, etc.</a:t>
          </a:r>
          <a:endParaRPr lang="en-US"/>
        </a:p>
      </dgm:t>
    </dgm:pt>
    <dgm:pt modelId="{44F62AF8-9F6E-4426-838C-4F5BD2CAC51E}" type="parTrans" cxnId="{3BF175C7-E9E7-4582-80FE-BC74027B93D2}">
      <dgm:prSet/>
      <dgm:spPr/>
      <dgm:t>
        <a:bodyPr/>
        <a:lstStyle/>
        <a:p>
          <a:endParaRPr lang="en-US"/>
        </a:p>
      </dgm:t>
    </dgm:pt>
    <dgm:pt modelId="{ECCA2BCF-1810-4F9B-BEFA-33B546CC45DC}" type="sibTrans" cxnId="{3BF175C7-E9E7-4582-80FE-BC74027B93D2}">
      <dgm:prSet/>
      <dgm:spPr/>
      <dgm:t>
        <a:bodyPr/>
        <a:lstStyle/>
        <a:p>
          <a:endParaRPr lang="en-US"/>
        </a:p>
      </dgm:t>
    </dgm:pt>
    <dgm:pt modelId="{79752C8A-5E34-4C8C-8E80-CA1DDAFE6B16}">
      <dgm:prSet/>
      <dgm:spPr/>
      <dgm:t>
        <a:bodyPr/>
        <a:lstStyle/>
        <a:p>
          <a:r>
            <a:rPr lang="en-US" b="1" i="0" baseline="0"/>
            <a:t>R² improved from 0.494 → 0.524</a:t>
          </a:r>
          <a:r>
            <a:rPr lang="en-US" b="0" i="0" baseline="0"/>
            <a:t> after tuning</a:t>
          </a:r>
          <a:endParaRPr lang="en-US"/>
        </a:p>
      </dgm:t>
    </dgm:pt>
    <dgm:pt modelId="{4DCB01F6-98CA-4335-98BD-F43E7812E84F}" type="parTrans" cxnId="{AB6D75C5-0AE9-4F1D-A426-5F21E948BC67}">
      <dgm:prSet/>
      <dgm:spPr/>
      <dgm:t>
        <a:bodyPr/>
        <a:lstStyle/>
        <a:p>
          <a:endParaRPr lang="en-US"/>
        </a:p>
      </dgm:t>
    </dgm:pt>
    <dgm:pt modelId="{DBC33043-0019-466E-A064-F159C3BC7036}" type="sibTrans" cxnId="{AB6D75C5-0AE9-4F1D-A426-5F21E948BC67}">
      <dgm:prSet/>
      <dgm:spPr/>
      <dgm:t>
        <a:bodyPr/>
        <a:lstStyle/>
        <a:p>
          <a:endParaRPr lang="en-US"/>
        </a:p>
      </dgm:t>
    </dgm:pt>
    <dgm:pt modelId="{993E05B3-2009-4FFC-9F93-973E5C4CA0A2}" type="pres">
      <dgm:prSet presAssocID="{516C648B-E11F-4A75-84A2-CA9D41FD09A6}" presName="vert0" presStyleCnt="0">
        <dgm:presLayoutVars>
          <dgm:dir/>
          <dgm:animOne val="branch"/>
          <dgm:animLvl val="lvl"/>
        </dgm:presLayoutVars>
      </dgm:prSet>
      <dgm:spPr/>
    </dgm:pt>
    <dgm:pt modelId="{D09EBBB1-F5E8-48CC-A5D6-D150B5894496}" type="pres">
      <dgm:prSet presAssocID="{94749B9C-46C2-4001-A547-347591D022C9}" presName="thickLine" presStyleLbl="alignNode1" presStyleIdx="0" presStyleCnt="3"/>
      <dgm:spPr/>
    </dgm:pt>
    <dgm:pt modelId="{2DE448E0-2708-4354-B373-64480CE5F1A4}" type="pres">
      <dgm:prSet presAssocID="{94749B9C-46C2-4001-A547-347591D022C9}" presName="horz1" presStyleCnt="0"/>
      <dgm:spPr/>
    </dgm:pt>
    <dgm:pt modelId="{A4AE5D21-CEBB-40D3-ABBE-8E783A13B038}" type="pres">
      <dgm:prSet presAssocID="{94749B9C-46C2-4001-A547-347591D022C9}" presName="tx1" presStyleLbl="revTx" presStyleIdx="0" presStyleCnt="3"/>
      <dgm:spPr/>
    </dgm:pt>
    <dgm:pt modelId="{29B4266A-FADC-41B7-89F0-120D92293C6D}" type="pres">
      <dgm:prSet presAssocID="{94749B9C-46C2-4001-A547-347591D022C9}" presName="vert1" presStyleCnt="0"/>
      <dgm:spPr/>
    </dgm:pt>
    <dgm:pt modelId="{CB00D598-C593-4870-A879-2883C39975C6}" type="pres">
      <dgm:prSet presAssocID="{5EB5C802-D4FE-44AB-A86F-BFE947C69D5C}" presName="thickLine" presStyleLbl="alignNode1" presStyleIdx="1" presStyleCnt="3"/>
      <dgm:spPr/>
    </dgm:pt>
    <dgm:pt modelId="{924E1F17-4C14-43A7-8294-FD86AAED5714}" type="pres">
      <dgm:prSet presAssocID="{5EB5C802-D4FE-44AB-A86F-BFE947C69D5C}" presName="horz1" presStyleCnt="0"/>
      <dgm:spPr/>
    </dgm:pt>
    <dgm:pt modelId="{E88EBFBB-2E61-4FAF-9226-E742E89E8956}" type="pres">
      <dgm:prSet presAssocID="{5EB5C802-D4FE-44AB-A86F-BFE947C69D5C}" presName="tx1" presStyleLbl="revTx" presStyleIdx="1" presStyleCnt="3"/>
      <dgm:spPr/>
    </dgm:pt>
    <dgm:pt modelId="{A915FA84-A27E-407F-836D-E99A34206825}" type="pres">
      <dgm:prSet presAssocID="{5EB5C802-D4FE-44AB-A86F-BFE947C69D5C}" presName="vert1" presStyleCnt="0"/>
      <dgm:spPr/>
    </dgm:pt>
    <dgm:pt modelId="{3487DCBF-6FAA-4F48-9303-21D2CB21AE50}" type="pres">
      <dgm:prSet presAssocID="{79752C8A-5E34-4C8C-8E80-CA1DDAFE6B16}" presName="thickLine" presStyleLbl="alignNode1" presStyleIdx="2" presStyleCnt="3"/>
      <dgm:spPr/>
    </dgm:pt>
    <dgm:pt modelId="{48502761-F506-45ED-92BD-6E653E04B675}" type="pres">
      <dgm:prSet presAssocID="{79752C8A-5E34-4C8C-8E80-CA1DDAFE6B16}" presName="horz1" presStyleCnt="0"/>
      <dgm:spPr/>
    </dgm:pt>
    <dgm:pt modelId="{186D95BE-BA8E-4BA9-A60A-41F3EEFBDE15}" type="pres">
      <dgm:prSet presAssocID="{79752C8A-5E34-4C8C-8E80-CA1DDAFE6B16}" presName="tx1" presStyleLbl="revTx" presStyleIdx="2" presStyleCnt="3"/>
      <dgm:spPr/>
    </dgm:pt>
    <dgm:pt modelId="{B1DFBBEB-2915-4E24-A58D-F3807EF195E8}" type="pres">
      <dgm:prSet presAssocID="{79752C8A-5E34-4C8C-8E80-CA1DDAFE6B16}" presName="vert1" presStyleCnt="0"/>
      <dgm:spPr/>
    </dgm:pt>
  </dgm:ptLst>
  <dgm:cxnLst>
    <dgm:cxn modelId="{F74FCB63-C19F-4DC4-93B9-29449DF2B2A5}" srcId="{516C648B-E11F-4A75-84A2-CA9D41FD09A6}" destId="{94749B9C-46C2-4001-A547-347591D022C9}" srcOrd="0" destOrd="0" parTransId="{AF854022-EC05-49E6-B861-9375CD4407F1}" sibTransId="{6A7DD7B8-0F0A-417E-9076-214B8AB9D12F}"/>
    <dgm:cxn modelId="{97F70877-CA73-432D-81CC-78252B19A27E}" type="presOf" srcId="{79752C8A-5E34-4C8C-8E80-CA1DDAFE6B16}" destId="{186D95BE-BA8E-4BA9-A60A-41F3EEFBDE15}" srcOrd="0" destOrd="0" presId="urn:microsoft.com/office/officeart/2008/layout/LinedList"/>
    <dgm:cxn modelId="{B3687F7C-C914-4FE0-A4F3-4B991DFCDD06}" type="presOf" srcId="{94749B9C-46C2-4001-A547-347591D022C9}" destId="{A4AE5D21-CEBB-40D3-ABBE-8E783A13B038}" srcOrd="0" destOrd="0" presId="urn:microsoft.com/office/officeart/2008/layout/LinedList"/>
    <dgm:cxn modelId="{641CAF98-8403-40BD-8FD5-3B5DD957220E}" type="presOf" srcId="{516C648B-E11F-4A75-84A2-CA9D41FD09A6}" destId="{993E05B3-2009-4FFC-9F93-973E5C4CA0A2}" srcOrd="0" destOrd="0" presId="urn:microsoft.com/office/officeart/2008/layout/LinedList"/>
    <dgm:cxn modelId="{21475DA4-B2E0-450D-B5FC-6361A421D2EE}" type="presOf" srcId="{5EB5C802-D4FE-44AB-A86F-BFE947C69D5C}" destId="{E88EBFBB-2E61-4FAF-9226-E742E89E8956}" srcOrd="0" destOrd="0" presId="urn:microsoft.com/office/officeart/2008/layout/LinedList"/>
    <dgm:cxn modelId="{AB6D75C5-0AE9-4F1D-A426-5F21E948BC67}" srcId="{516C648B-E11F-4A75-84A2-CA9D41FD09A6}" destId="{79752C8A-5E34-4C8C-8E80-CA1DDAFE6B16}" srcOrd="2" destOrd="0" parTransId="{4DCB01F6-98CA-4335-98BD-F43E7812E84F}" sibTransId="{DBC33043-0019-466E-A064-F159C3BC7036}"/>
    <dgm:cxn modelId="{3BF175C7-E9E7-4582-80FE-BC74027B93D2}" srcId="{516C648B-E11F-4A75-84A2-CA9D41FD09A6}" destId="{5EB5C802-D4FE-44AB-A86F-BFE947C69D5C}" srcOrd="1" destOrd="0" parTransId="{44F62AF8-9F6E-4426-838C-4F5BD2CAC51E}" sibTransId="{ECCA2BCF-1810-4F9B-BEFA-33B546CC45DC}"/>
    <dgm:cxn modelId="{AE20A44B-7E9A-43A8-AFFF-BA21C7FB2C94}" type="presParOf" srcId="{993E05B3-2009-4FFC-9F93-973E5C4CA0A2}" destId="{D09EBBB1-F5E8-48CC-A5D6-D150B5894496}" srcOrd="0" destOrd="0" presId="urn:microsoft.com/office/officeart/2008/layout/LinedList"/>
    <dgm:cxn modelId="{DCA19067-6250-4D01-A262-1B2B2BD1438C}" type="presParOf" srcId="{993E05B3-2009-4FFC-9F93-973E5C4CA0A2}" destId="{2DE448E0-2708-4354-B373-64480CE5F1A4}" srcOrd="1" destOrd="0" presId="urn:microsoft.com/office/officeart/2008/layout/LinedList"/>
    <dgm:cxn modelId="{02BCCEFA-5D0B-4504-BA7E-2FB0BA840474}" type="presParOf" srcId="{2DE448E0-2708-4354-B373-64480CE5F1A4}" destId="{A4AE5D21-CEBB-40D3-ABBE-8E783A13B038}" srcOrd="0" destOrd="0" presId="urn:microsoft.com/office/officeart/2008/layout/LinedList"/>
    <dgm:cxn modelId="{DCA581BA-3282-40BC-9CA2-8A7E2175D921}" type="presParOf" srcId="{2DE448E0-2708-4354-B373-64480CE5F1A4}" destId="{29B4266A-FADC-41B7-89F0-120D92293C6D}" srcOrd="1" destOrd="0" presId="urn:microsoft.com/office/officeart/2008/layout/LinedList"/>
    <dgm:cxn modelId="{900D81F9-52CB-4185-A2DD-6642C5369169}" type="presParOf" srcId="{993E05B3-2009-4FFC-9F93-973E5C4CA0A2}" destId="{CB00D598-C593-4870-A879-2883C39975C6}" srcOrd="2" destOrd="0" presId="urn:microsoft.com/office/officeart/2008/layout/LinedList"/>
    <dgm:cxn modelId="{1E476C43-B052-4747-806B-77B6AF50F37E}" type="presParOf" srcId="{993E05B3-2009-4FFC-9F93-973E5C4CA0A2}" destId="{924E1F17-4C14-43A7-8294-FD86AAED5714}" srcOrd="3" destOrd="0" presId="urn:microsoft.com/office/officeart/2008/layout/LinedList"/>
    <dgm:cxn modelId="{5150E9B2-2CFD-47EA-8CF1-01D8244151AA}" type="presParOf" srcId="{924E1F17-4C14-43A7-8294-FD86AAED5714}" destId="{E88EBFBB-2E61-4FAF-9226-E742E89E8956}" srcOrd="0" destOrd="0" presId="urn:microsoft.com/office/officeart/2008/layout/LinedList"/>
    <dgm:cxn modelId="{F52BBDC2-2FEF-4F04-B984-76B421ACBD60}" type="presParOf" srcId="{924E1F17-4C14-43A7-8294-FD86AAED5714}" destId="{A915FA84-A27E-407F-836D-E99A34206825}" srcOrd="1" destOrd="0" presId="urn:microsoft.com/office/officeart/2008/layout/LinedList"/>
    <dgm:cxn modelId="{A62BBDF3-50D4-48B2-896A-19D8C4A591CE}" type="presParOf" srcId="{993E05B3-2009-4FFC-9F93-973E5C4CA0A2}" destId="{3487DCBF-6FAA-4F48-9303-21D2CB21AE50}" srcOrd="4" destOrd="0" presId="urn:microsoft.com/office/officeart/2008/layout/LinedList"/>
    <dgm:cxn modelId="{8123BFBA-D11C-4139-8655-4CF23753A315}" type="presParOf" srcId="{993E05B3-2009-4FFC-9F93-973E5C4CA0A2}" destId="{48502761-F506-45ED-92BD-6E653E04B675}" srcOrd="5" destOrd="0" presId="urn:microsoft.com/office/officeart/2008/layout/LinedList"/>
    <dgm:cxn modelId="{B0F1BD73-1646-4443-BD53-42F25A08D04C}" type="presParOf" srcId="{48502761-F506-45ED-92BD-6E653E04B675}" destId="{186D95BE-BA8E-4BA9-A60A-41F3EEFBDE15}" srcOrd="0" destOrd="0" presId="urn:microsoft.com/office/officeart/2008/layout/LinedList"/>
    <dgm:cxn modelId="{E0933C08-376A-494D-A05E-9C3CE3C155F3}" type="presParOf" srcId="{48502761-F506-45ED-92BD-6E653E04B675}" destId="{B1DFBBEB-2915-4E24-A58D-F3807EF195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D7F09-F357-4137-917C-8A185E73322C}">
      <dsp:nvSpPr>
        <dsp:cNvPr id="0" name=""/>
        <dsp:cNvSpPr/>
      </dsp:nvSpPr>
      <dsp:spPr>
        <a:xfrm>
          <a:off x="0" y="0"/>
          <a:ext cx="9088040" cy="112204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Filtered for </a:t>
          </a:r>
          <a:r>
            <a:rPr lang="en-US" sz="3100" b="1" i="0" kern="1200" baseline="0"/>
            <a:t>Houston</a:t>
          </a:r>
          <a:r>
            <a:rPr lang="en-US" sz="3100" b="0" i="0" kern="1200" baseline="0"/>
            <a:t> to maintain consistency</a:t>
          </a:r>
          <a:endParaRPr lang="en-US" sz="3100" kern="1200"/>
        </a:p>
      </dsp:txBody>
      <dsp:txXfrm>
        <a:off x="32864" y="32864"/>
        <a:ext cx="7877265" cy="1056317"/>
      </dsp:txXfrm>
    </dsp:sp>
    <dsp:sp modelId="{C4374211-35B4-42A5-8BD4-DE07D11BE4C5}">
      <dsp:nvSpPr>
        <dsp:cNvPr id="0" name=""/>
        <dsp:cNvSpPr/>
      </dsp:nvSpPr>
      <dsp:spPr>
        <a:xfrm>
          <a:off x="801885" y="1309052"/>
          <a:ext cx="9088040" cy="1122045"/>
        </a:xfrm>
        <a:prstGeom prst="roundRect">
          <a:avLst>
            <a:gd name="adj" fmla="val 10000"/>
          </a:avLst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Converted dates, standardized columns</a:t>
          </a:r>
          <a:endParaRPr lang="en-US" sz="3100" kern="1200"/>
        </a:p>
      </dsp:txBody>
      <dsp:txXfrm>
        <a:off x="834749" y="1341916"/>
        <a:ext cx="7491097" cy="1056317"/>
      </dsp:txXfrm>
    </dsp:sp>
    <dsp:sp modelId="{55E826D2-6F10-40B6-9AD4-78CE4A8C441A}">
      <dsp:nvSpPr>
        <dsp:cNvPr id="0" name=""/>
        <dsp:cNvSpPr/>
      </dsp:nvSpPr>
      <dsp:spPr>
        <a:xfrm>
          <a:off x="1603771" y="2618104"/>
          <a:ext cx="9088040" cy="1122045"/>
        </a:xfrm>
        <a:prstGeom prst="roundRect">
          <a:avLst>
            <a:gd name="adj" fmla="val 10000"/>
          </a:avLst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Merged with daily weather data using timestamps</a:t>
          </a:r>
          <a:endParaRPr lang="en-US" sz="3100" kern="1200"/>
        </a:p>
      </dsp:txBody>
      <dsp:txXfrm>
        <a:off x="1636635" y="2650968"/>
        <a:ext cx="7491097" cy="1056317"/>
      </dsp:txXfrm>
    </dsp:sp>
    <dsp:sp modelId="{68FADB21-1C43-4D96-ACCD-8CB436D2D24F}">
      <dsp:nvSpPr>
        <dsp:cNvPr id="0" name=""/>
        <dsp:cNvSpPr/>
      </dsp:nvSpPr>
      <dsp:spPr>
        <a:xfrm>
          <a:off x="8358710" y="850884"/>
          <a:ext cx="729329" cy="7293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8522809" y="850884"/>
        <a:ext cx="401131" cy="548820"/>
      </dsp:txXfrm>
    </dsp:sp>
    <dsp:sp modelId="{0EFE4872-F3EC-4633-AEBA-CADE983E8F26}">
      <dsp:nvSpPr>
        <dsp:cNvPr id="0" name=""/>
        <dsp:cNvSpPr/>
      </dsp:nvSpPr>
      <dsp:spPr>
        <a:xfrm>
          <a:off x="9160596" y="2152456"/>
          <a:ext cx="729329" cy="7293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4695"/>
            <a:satOff val="-9638"/>
            <a:lumOff val="-511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14695"/>
              <a:satOff val="-9638"/>
              <a:lumOff val="-51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9324695" y="2152456"/>
        <a:ext cx="401131" cy="5488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B2244A-475F-4533-8DF6-2F42D7E9188A}">
      <dsp:nvSpPr>
        <dsp:cNvPr id="0" name=""/>
        <dsp:cNvSpPr/>
      </dsp:nvSpPr>
      <dsp:spPr>
        <a:xfrm>
          <a:off x="208" y="357141"/>
          <a:ext cx="2521555" cy="30258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Trend: Clear seasonal variation in NO₂</a:t>
          </a:r>
          <a:endParaRPr lang="en-US" sz="1800" kern="1200"/>
        </a:p>
      </dsp:txBody>
      <dsp:txXfrm>
        <a:off x="208" y="1567488"/>
        <a:ext cx="2521555" cy="1815519"/>
      </dsp:txXfrm>
    </dsp:sp>
    <dsp:sp modelId="{DDCB7CDF-23DE-4713-A369-22118407B9F4}">
      <dsp:nvSpPr>
        <dsp:cNvPr id="0" name=""/>
        <dsp:cNvSpPr/>
      </dsp:nvSpPr>
      <dsp:spPr>
        <a:xfrm>
          <a:off x="20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8" y="357141"/>
        <a:ext cx="2521555" cy="1210346"/>
      </dsp:txXfrm>
    </dsp:sp>
    <dsp:sp modelId="{BBBA1130-931E-4EDE-8F11-66D23D17F5BE}">
      <dsp:nvSpPr>
        <dsp:cNvPr id="0" name=""/>
        <dsp:cNvSpPr/>
      </dsp:nvSpPr>
      <dsp:spPr>
        <a:xfrm>
          <a:off x="2723488" y="357141"/>
          <a:ext cx="2521555" cy="3025866"/>
        </a:xfrm>
        <a:prstGeom prst="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accent2">
              <a:hueOff val="-135738"/>
              <a:satOff val="-1163"/>
              <a:lumOff val="-7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Highest NO₂: Winter months</a:t>
          </a:r>
          <a:endParaRPr lang="en-US" sz="1800" kern="1200"/>
        </a:p>
      </dsp:txBody>
      <dsp:txXfrm>
        <a:off x="2723488" y="1567488"/>
        <a:ext cx="2521555" cy="1815519"/>
      </dsp:txXfrm>
    </dsp:sp>
    <dsp:sp modelId="{2E5476D0-2C07-4785-91F7-0618D13FDBE5}">
      <dsp:nvSpPr>
        <dsp:cNvPr id="0" name=""/>
        <dsp:cNvSpPr/>
      </dsp:nvSpPr>
      <dsp:spPr>
        <a:xfrm>
          <a:off x="272348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23488" y="357141"/>
        <a:ext cx="2521555" cy="1210346"/>
      </dsp:txXfrm>
    </dsp:sp>
    <dsp:sp modelId="{A94D4C65-5010-44C7-ADFE-9BF673F65563}">
      <dsp:nvSpPr>
        <dsp:cNvPr id="0" name=""/>
        <dsp:cNvSpPr/>
      </dsp:nvSpPr>
      <dsp:spPr>
        <a:xfrm>
          <a:off x="5446768" y="357141"/>
          <a:ext cx="2521555" cy="3025866"/>
        </a:xfrm>
        <a:prstGeom prst="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accent2">
              <a:hueOff val="-271475"/>
              <a:satOff val="-2327"/>
              <a:lumOff val="-154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Lowest NO₂: Summer months</a:t>
          </a:r>
          <a:endParaRPr lang="en-US" sz="1800" kern="1200"/>
        </a:p>
      </dsp:txBody>
      <dsp:txXfrm>
        <a:off x="5446768" y="1567488"/>
        <a:ext cx="2521555" cy="1815519"/>
      </dsp:txXfrm>
    </dsp:sp>
    <dsp:sp modelId="{2D15ED79-4A99-4427-B3C0-64A8A09A817E}">
      <dsp:nvSpPr>
        <dsp:cNvPr id="0" name=""/>
        <dsp:cNvSpPr/>
      </dsp:nvSpPr>
      <dsp:spPr>
        <a:xfrm>
          <a:off x="5446768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46768" y="357141"/>
        <a:ext cx="2521555" cy="1210346"/>
      </dsp:txXfrm>
    </dsp:sp>
    <dsp:sp modelId="{B2D59003-C625-4B92-88A3-66DA573B2F09}">
      <dsp:nvSpPr>
        <dsp:cNvPr id="0" name=""/>
        <dsp:cNvSpPr/>
      </dsp:nvSpPr>
      <dsp:spPr>
        <a:xfrm>
          <a:off x="8170047" y="357141"/>
          <a:ext cx="2521555" cy="3025866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0" rIns="24907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Created visualizations: monthly trend, seasonal boxplot, and rolling averages</a:t>
          </a:r>
          <a:endParaRPr lang="en-US" sz="1800" kern="1200"/>
        </a:p>
      </dsp:txBody>
      <dsp:txXfrm>
        <a:off x="8170047" y="1567488"/>
        <a:ext cx="2521555" cy="1815519"/>
      </dsp:txXfrm>
    </dsp:sp>
    <dsp:sp modelId="{404D7DB8-3A57-486A-B303-BB9E6976F526}">
      <dsp:nvSpPr>
        <dsp:cNvPr id="0" name=""/>
        <dsp:cNvSpPr/>
      </dsp:nvSpPr>
      <dsp:spPr>
        <a:xfrm>
          <a:off x="8170047" y="357141"/>
          <a:ext cx="2521555" cy="1210346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9074" tIns="165100" rIns="24907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70047" y="357141"/>
        <a:ext cx="2521555" cy="12103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34A711-4853-4818-9FD7-A3012B249019}">
      <dsp:nvSpPr>
        <dsp:cNvPr id="0" name=""/>
        <dsp:cNvSpPr/>
      </dsp:nvSpPr>
      <dsp:spPr>
        <a:xfrm>
          <a:off x="0" y="3884"/>
          <a:ext cx="5676900" cy="17374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Derived temporal features: Month, Year, Day of Week, Weekend Flag</a:t>
          </a:r>
          <a:endParaRPr lang="en-US" sz="3300" kern="1200"/>
        </a:p>
      </dsp:txBody>
      <dsp:txXfrm>
        <a:off x="84815" y="88699"/>
        <a:ext cx="5507270" cy="1567820"/>
      </dsp:txXfrm>
    </dsp:sp>
    <dsp:sp modelId="{73F447BA-9082-475D-B8B3-774F6D088AA8}">
      <dsp:nvSpPr>
        <dsp:cNvPr id="0" name=""/>
        <dsp:cNvSpPr/>
      </dsp:nvSpPr>
      <dsp:spPr>
        <a:xfrm>
          <a:off x="0" y="1836375"/>
          <a:ext cx="5676900" cy="1737450"/>
        </a:xfrm>
        <a:prstGeom prst="roundRect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Added lag features: NO₂ (1-day, 2-day, 7-day), rolling mean (7-day)</a:t>
          </a:r>
          <a:endParaRPr lang="en-US" sz="3300" kern="1200"/>
        </a:p>
      </dsp:txBody>
      <dsp:txXfrm>
        <a:off x="84815" y="1921190"/>
        <a:ext cx="5507270" cy="1567820"/>
      </dsp:txXfrm>
    </dsp:sp>
    <dsp:sp modelId="{15D7C9F7-038C-4C6D-B5B5-7A3C564E9257}">
      <dsp:nvSpPr>
        <dsp:cNvPr id="0" name=""/>
        <dsp:cNvSpPr/>
      </dsp:nvSpPr>
      <dsp:spPr>
        <a:xfrm>
          <a:off x="0" y="3668865"/>
          <a:ext cx="5676900" cy="1737450"/>
        </a:xfrm>
        <a:prstGeom prst="roundRect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 dirty="0"/>
            <a:t>Integrated weather variables: Temperature, Wind, Precipitation.</a:t>
          </a:r>
          <a:endParaRPr lang="en-US" sz="3300" kern="1200" dirty="0"/>
        </a:p>
      </dsp:txBody>
      <dsp:txXfrm>
        <a:off x="84815" y="3753680"/>
        <a:ext cx="5507270" cy="15678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7BEB3A-222A-4D91-9632-A3CA388B7E5B}">
      <dsp:nvSpPr>
        <dsp:cNvPr id="0" name=""/>
        <dsp:cNvSpPr/>
      </dsp:nvSpPr>
      <dsp:spPr>
        <a:xfrm>
          <a:off x="3654" y="1210702"/>
          <a:ext cx="1780750" cy="11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2572F4-A956-43E6-82EA-8D44329552E6}">
      <dsp:nvSpPr>
        <dsp:cNvPr id="0" name=""/>
        <dsp:cNvSpPr/>
      </dsp:nvSpPr>
      <dsp:spPr>
        <a:xfrm>
          <a:off x="201515" y="1398670"/>
          <a:ext cx="1780750" cy="11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Baseline models:</a:t>
          </a:r>
          <a:endParaRPr lang="en-US" sz="2200" kern="1200"/>
        </a:p>
      </dsp:txBody>
      <dsp:txXfrm>
        <a:off x="234634" y="1431789"/>
        <a:ext cx="1714512" cy="1064538"/>
      </dsp:txXfrm>
    </dsp:sp>
    <dsp:sp modelId="{498A59A1-D3C0-450B-AA5A-2E8588CFAB78}">
      <dsp:nvSpPr>
        <dsp:cNvPr id="0" name=""/>
        <dsp:cNvSpPr/>
      </dsp:nvSpPr>
      <dsp:spPr>
        <a:xfrm>
          <a:off x="2180127" y="1210702"/>
          <a:ext cx="1780750" cy="11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0F6FA-168D-4DB0-A459-4F3B6971D939}">
      <dsp:nvSpPr>
        <dsp:cNvPr id="0" name=""/>
        <dsp:cNvSpPr/>
      </dsp:nvSpPr>
      <dsp:spPr>
        <a:xfrm>
          <a:off x="2377988" y="1398670"/>
          <a:ext cx="1780750" cy="11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Linear Regression</a:t>
          </a:r>
          <a:endParaRPr lang="en-US" sz="2200" kern="1200"/>
        </a:p>
      </dsp:txBody>
      <dsp:txXfrm>
        <a:off x="2411107" y="1431789"/>
        <a:ext cx="1714512" cy="1064538"/>
      </dsp:txXfrm>
    </dsp:sp>
    <dsp:sp modelId="{5D834FA7-C1E5-47D2-9C5B-B441DDDF9A57}">
      <dsp:nvSpPr>
        <dsp:cNvPr id="0" name=""/>
        <dsp:cNvSpPr/>
      </dsp:nvSpPr>
      <dsp:spPr>
        <a:xfrm>
          <a:off x="4356600" y="1210702"/>
          <a:ext cx="1780750" cy="11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6632B0-79AB-4853-ACD6-C2AC213D0FCA}">
      <dsp:nvSpPr>
        <dsp:cNvPr id="0" name=""/>
        <dsp:cNvSpPr/>
      </dsp:nvSpPr>
      <dsp:spPr>
        <a:xfrm>
          <a:off x="4554461" y="1398670"/>
          <a:ext cx="1780750" cy="11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Random Forest</a:t>
          </a:r>
          <a:endParaRPr lang="en-US" sz="2200" kern="1200"/>
        </a:p>
      </dsp:txBody>
      <dsp:txXfrm>
        <a:off x="4587580" y="1431789"/>
        <a:ext cx="1714512" cy="1064538"/>
      </dsp:txXfrm>
    </dsp:sp>
    <dsp:sp modelId="{16A0B11D-D31D-4DBC-AEBC-772ED9CF34F6}">
      <dsp:nvSpPr>
        <dsp:cNvPr id="0" name=""/>
        <dsp:cNvSpPr/>
      </dsp:nvSpPr>
      <dsp:spPr>
        <a:xfrm>
          <a:off x="6533073" y="1210702"/>
          <a:ext cx="1780750" cy="11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79D6B-22FB-4CE8-B4D3-80BD0BA71333}">
      <dsp:nvSpPr>
        <dsp:cNvPr id="0" name=""/>
        <dsp:cNvSpPr/>
      </dsp:nvSpPr>
      <dsp:spPr>
        <a:xfrm>
          <a:off x="6730934" y="1398670"/>
          <a:ext cx="1780750" cy="11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XGBoost (untuned)</a:t>
          </a:r>
          <a:endParaRPr lang="en-US" sz="2200" kern="1200"/>
        </a:p>
      </dsp:txBody>
      <dsp:txXfrm>
        <a:off x="6764053" y="1431789"/>
        <a:ext cx="1714512" cy="1064538"/>
      </dsp:txXfrm>
    </dsp:sp>
    <dsp:sp modelId="{F3695171-AE85-4C11-A869-17E8011438EE}">
      <dsp:nvSpPr>
        <dsp:cNvPr id="0" name=""/>
        <dsp:cNvSpPr/>
      </dsp:nvSpPr>
      <dsp:spPr>
        <a:xfrm>
          <a:off x="8709545" y="1210702"/>
          <a:ext cx="1780750" cy="11307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88D70C-15A0-4E95-B678-2D7D6C4BBB83}">
      <dsp:nvSpPr>
        <dsp:cNvPr id="0" name=""/>
        <dsp:cNvSpPr/>
      </dsp:nvSpPr>
      <dsp:spPr>
        <a:xfrm>
          <a:off x="8907407" y="1398670"/>
          <a:ext cx="1780750" cy="11307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Metrics used: MAE, RMSE, R²</a:t>
          </a:r>
          <a:endParaRPr lang="en-US" sz="2200" kern="1200"/>
        </a:p>
      </dsp:txBody>
      <dsp:txXfrm>
        <a:off x="8940526" y="1431789"/>
        <a:ext cx="1714512" cy="106453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EBBB1-F5E8-48CC-A5D6-D150B5894496}">
      <dsp:nvSpPr>
        <dsp:cNvPr id="0" name=""/>
        <dsp:cNvSpPr/>
      </dsp:nvSpPr>
      <dsp:spPr>
        <a:xfrm>
          <a:off x="0" y="2636"/>
          <a:ext cx="744220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E5D21-CEBB-40D3-ABBE-8E783A13B038}">
      <dsp:nvSpPr>
        <dsp:cNvPr id="0" name=""/>
        <dsp:cNvSpPr/>
      </dsp:nvSpPr>
      <dsp:spPr>
        <a:xfrm>
          <a:off x="0" y="2636"/>
          <a:ext cx="7442201" cy="1798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Used </a:t>
          </a:r>
          <a:r>
            <a:rPr lang="en-US" sz="3800" b="1" i="0" kern="1200" baseline="0"/>
            <a:t>GridSearchCV</a:t>
          </a:r>
          <a:r>
            <a:rPr lang="en-US" sz="3800" b="0" i="0" kern="1200" baseline="0"/>
            <a:t> for parameter tuning</a:t>
          </a:r>
          <a:endParaRPr lang="en-US" sz="3800" kern="1200"/>
        </a:p>
      </dsp:txBody>
      <dsp:txXfrm>
        <a:off x="0" y="2636"/>
        <a:ext cx="7442201" cy="1798336"/>
      </dsp:txXfrm>
    </dsp:sp>
    <dsp:sp modelId="{CB00D598-C593-4870-A879-2883C39975C6}">
      <dsp:nvSpPr>
        <dsp:cNvPr id="0" name=""/>
        <dsp:cNvSpPr/>
      </dsp:nvSpPr>
      <dsp:spPr>
        <a:xfrm>
          <a:off x="0" y="1800973"/>
          <a:ext cx="7442201" cy="0"/>
        </a:xfrm>
        <a:prstGeom prst="line">
          <a:avLst/>
        </a:prstGeom>
        <a:solidFill>
          <a:schemeClr val="accent5">
            <a:hueOff val="9504470"/>
            <a:satOff val="-13330"/>
            <a:lumOff val="-1373"/>
            <a:alphaOff val="0"/>
          </a:schemeClr>
        </a:solidFill>
        <a:ln w="12700" cap="flat" cmpd="sng" algn="ctr">
          <a:solidFill>
            <a:schemeClr val="accent5">
              <a:hueOff val="9504470"/>
              <a:satOff val="-13330"/>
              <a:lumOff val="-13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8EBFBB-2E61-4FAF-9226-E742E89E8956}">
      <dsp:nvSpPr>
        <dsp:cNvPr id="0" name=""/>
        <dsp:cNvSpPr/>
      </dsp:nvSpPr>
      <dsp:spPr>
        <a:xfrm>
          <a:off x="0" y="1800973"/>
          <a:ext cx="7442201" cy="1798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0" i="0" kern="1200" baseline="0"/>
            <a:t>Evaluated parameters: learning rate, depth, n_estimators, subsample, etc.</a:t>
          </a:r>
          <a:endParaRPr lang="en-US" sz="3800" kern="1200"/>
        </a:p>
      </dsp:txBody>
      <dsp:txXfrm>
        <a:off x="0" y="1800973"/>
        <a:ext cx="7442201" cy="1798336"/>
      </dsp:txXfrm>
    </dsp:sp>
    <dsp:sp modelId="{3487DCBF-6FAA-4F48-9303-21D2CB21AE50}">
      <dsp:nvSpPr>
        <dsp:cNvPr id="0" name=""/>
        <dsp:cNvSpPr/>
      </dsp:nvSpPr>
      <dsp:spPr>
        <a:xfrm>
          <a:off x="0" y="3599310"/>
          <a:ext cx="7442201" cy="0"/>
        </a:xfrm>
        <a:prstGeom prst="line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D95BE-BA8E-4BA9-A60A-41F3EEFBDE15}">
      <dsp:nvSpPr>
        <dsp:cNvPr id="0" name=""/>
        <dsp:cNvSpPr/>
      </dsp:nvSpPr>
      <dsp:spPr>
        <a:xfrm>
          <a:off x="0" y="3599310"/>
          <a:ext cx="7442201" cy="1798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b="1" i="0" kern="1200" baseline="0"/>
            <a:t>R² improved from 0.494 → 0.524</a:t>
          </a:r>
          <a:r>
            <a:rPr lang="en-US" sz="3800" b="0" i="0" kern="1200" baseline="0"/>
            <a:t> after tuning</a:t>
          </a:r>
          <a:endParaRPr lang="en-US" sz="3800" kern="1200"/>
        </a:p>
      </dsp:txBody>
      <dsp:txXfrm>
        <a:off x="0" y="3599310"/>
        <a:ext cx="7442201" cy="17983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86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3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87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5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77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65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20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2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12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595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5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5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-meteo.com/en/docs" TargetMode="External"/><Relationship Id="rId2" Type="http://schemas.openxmlformats.org/officeDocument/2006/relationships/hyperlink" Target="https://aqs.epa.gov/aqsweb/airdata/download_files.html#Dail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cp.copernicus.org/articles/24/9645/2024/" TargetMode="External"/><Relationship Id="rId2" Type="http://schemas.openxmlformats.org/officeDocument/2006/relationships/hyperlink" Target="https://journalofbigdata.springeropen.com/articles/10.1186/s40537-023-00754-z?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.herts.ac.uk/ws/files/32433439/conference_paper_2_Ismail_etal.pdf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74DD-8428-94AB-329E-DB085E9E7E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6968" y="914400"/>
            <a:ext cx="6627924" cy="1307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Nitrogen Dioxide (NO₂) Concentrations in Houston Using Machine Learning and Time-Series Analysis (2018–2024)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46E6B-4BBB-51C8-2C7E-92DCC016CD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6968" y="2221992"/>
            <a:ext cx="6627924" cy="3739896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Revanth Kumar Sagala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23076874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Name: Vandana Das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link: </a:t>
            </a:r>
          </a:p>
        </p:txBody>
      </p:sp>
      <p:pic>
        <p:nvPicPr>
          <p:cNvPr id="4" name="Picture 3" descr="A green hexagons on a black background&#10;&#10;AI-generated content may be incorrect.">
            <a:extLst>
              <a:ext uri="{FF2B5EF4-FFF2-40B4-BE49-F238E27FC236}">
                <a16:creationId xmlns:a16="http://schemas.microsoft.com/office/drawing/2014/main" id="{EA744EE1-9CB7-3050-7C64-B347A2BAA9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29" r="36485" b="1"/>
          <a:stretch>
            <a:fillRect/>
          </a:stretch>
        </p:blipFill>
        <p:spPr>
          <a:xfrm>
            <a:off x="20" y="-17929"/>
            <a:ext cx="4206220" cy="68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008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CE15AF-B730-2813-8AD0-5AD31308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E5391-3CD0-7EB6-E0D2-7B34707FF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/>
          </a:bodyPr>
          <a:lstStyle/>
          <a:p>
            <a:r>
              <a:rPr lang="en-US" dirty="0"/>
              <a:t>How effectively can machine learning and time-series models predict daily Nitrogen Dioxide (NO₂) concentrations in Houston, and which meteorological and temporal factors contribute most to these variations?</a:t>
            </a:r>
            <a:endParaRPr lang="en-IN" dirty="0"/>
          </a:p>
        </p:txBody>
      </p:sp>
      <p:pic>
        <p:nvPicPr>
          <p:cNvPr id="7" name="Graphic 6" descr="Rain">
            <a:extLst>
              <a:ext uri="{FF2B5EF4-FFF2-40B4-BE49-F238E27FC236}">
                <a16:creationId xmlns:a16="http://schemas.microsoft.com/office/drawing/2014/main" id="{2A2A4976-9279-1D48-FE75-A515C640F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60" y="1951854"/>
            <a:ext cx="4202057" cy="420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9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F2A64-4A91-AF80-EB60-A4BDB3850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6F492-3E74-D800-5249-52ABEDB0B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1. EPA Air Quality Data (NO₂):</a:t>
            </a:r>
            <a:endParaRPr lang="en-IN" dirty="0"/>
          </a:p>
          <a:p>
            <a:r>
              <a:rPr lang="en-IN" dirty="0"/>
              <a:t>Source: U.S. EPA Air Quality System (AQS)</a:t>
            </a:r>
          </a:p>
          <a:p>
            <a:r>
              <a:rPr lang="en-IN" dirty="0"/>
              <a:t>Link: </a:t>
            </a:r>
            <a:r>
              <a:rPr lang="en-IN" dirty="0">
                <a:hlinkClick r:id="rId2"/>
              </a:rPr>
              <a:t>https://aqs.epa.gov/aqsweb/airdata/download_files.html#Daily</a:t>
            </a:r>
            <a:endParaRPr lang="en-IN" dirty="0"/>
          </a:p>
          <a:p>
            <a:r>
              <a:rPr lang="en-IN" dirty="0"/>
              <a:t>Data Period: </a:t>
            </a:r>
            <a:r>
              <a:rPr lang="en-IN" b="1" dirty="0"/>
              <a:t>2018–2024</a:t>
            </a:r>
            <a:endParaRPr lang="en-IN" dirty="0"/>
          </a:p>
          <a:p>
            <a:r>
              <a:rPr lang="en-IN" dirty="0"/>
              <a:t>Variables: State, County, City, Date, NO₂ concentration (Arithmetic Mean), AQI, Latitude, Longitude</a:t>
            </a:r>
          </a:p>
          <a:p>
            <a:pPr marL="0" indent="0">
              <a:buNone/>
            </a:pPr>
            <a:r>
              <a:rPr lang="en-IN" b="1" dirty="0"/>
              <a:t>2. Open-</a:t>
            </a:r>
            <a:r>
              <a:rPr lang="en-IN" b="1" dirty="0" err="1"/>
              <a:t>Meteo</a:t>
            </a:r>
            <a:r>
              <a:rPr lang="en-IN" b="1" dirty="0"/>
              <a:t> Weather Data:</a:t>
            </a:r>
            <a:endParaRPr lang="en-IN" dirty="0"/>
          </a:p>
          <a:p>
            <a:r>
              <a:rPr lang="en-IN" dirty="0"/>
              <a:t>Source: </a:t>
            </a:r>
            <a:r>
              <a:rPr lang="en-IN" dirty="0">
                <a:hlinkClick r:id="rId3"/>
              </a:rPr>
              <a:t>Open-</a:t>
            </a:r>
            <a:r>
              <a:rPr lang="en-IN" dirty="0" err="1">
                <a:hlinkClick r:id="rId3"/>
              </a:rPr>
              <a:t>Meteo</a:t>
            </a:r>
            <a:r>
              <a:rPr lang="en-IN" dirty="0">
                <a:hlinkClick r:id="rId3"/>
              </a:rPr>
              <a:t> API</a:t>
            </a:r>
            <a:endParaRPr lang="en-IN" dirty="0"/>
          </a:p>
          <a:p>
            <a:r>
              <a:rPr lang="en-IN" dirty="0"/>
              <a:t>Data Period: </a:t>
            </a:r>
            <a:r>
              <a:rPr lang="en-IN" b="1" dirty="0"/>
              <a:t>2018–2024</a:t>
            </a:r>
            <a:endParaRPr lang="en-IN" dirty="0"/>
          </a:p>
          <a:p>
            <a:r>
              <a:rPr lang="en-IN" dirty="0"/>
              <a:t>Variables: Daily Temperature (Max/Min), Precipitation, Wind Speed, Humidity, Air Pressure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970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50B86-6B95-6664-1002-A73D37B4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the Datasets and Fetching the weather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3BFFA0-ACB9-52EE-5356-CFC2BD488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100" y="2221992"/>
            <a:ext cx="5620534" cy="914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DC07EC-A0D5-575D-2217-4DE63D802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35" y="3228501"/>
            <a:ext cx="9268534" cy="245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19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0F43D6-6091-FA1D-C296-C48DFD4BE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cleaning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4D13B1ED-7916-5242-0654-12ACBAC06C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06784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5400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5D34CDD-C87A-763F-0F31-33ABC931B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651" y="1010528"/>
            <a:ext cx="6594467" cy="24184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801CC-B76F-B127-80C9-264F91D8A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51" y="4154456"/>
            <a:ext cx="6591783" cy="54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0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5B342-90A1-ED66-EF86-736919D9F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449A76C-9BD4-A2A4-FB0C-2705D55EA6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455753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43223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E36F7B-480D-05F1-8F7D-17B64E892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Graphs</a:t>
            </a:r>
            <a:b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19C8661-B6E0-F106-62F0-DB4EC6C9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" y="2883615"/>
            <a:ext cx="5085200" cy="30384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FA5AE-33B1-39AA-9041-66BD1F416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514" y="2998792"/>
            <a:ext cx="5128862" cy="280805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9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D9260A-50BB-8CC7-DE0F-08BD2B465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IN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Rectangle 2">
            <a:extLst>
              <a:ext uri="{FF2B5EF4-FFF2-40B4-BE49-F238E27FC236}">
                <a16:creationId xmlns:a16="http://schemas.microsoft.com/office/drawing/2014/main" id="{9F1CAF7F-22C6-F3C1-FAFB-84A2EEDB9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5409610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285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FF954-09FF-873D-94F8-762395BAF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implementation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Rectangle 1">
            <a:extLst>
              <a:ext uri="{FF2B5EF4-FFF2-40B4-BE49-F238E27FC236}">
                <a16:creationId xmlns:a16="http://schemas.microsoft.com/office/drawing/2014/main" id="{53C6B44D-63E9-2D72-B8DB-1747686EA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452038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9836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027D2D-E52A-7E2C-840C-B7279DEC8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992" y="719453"/>
            <a:ext cx="3676397" cy="3070737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the models before Hyperparameter tuning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078155-2E13-2ADE-896B-D5A8090B3E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240" y="1690774"/>
            <a:ext cx="7548880" cy="3585718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75769" y="4053540"/>
            <a:ext cx="914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489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A5F7C6-C208-E5E9-642B-F8E8E977C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556" r="1" b="1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54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94EEC-0368-23BE-503A-7D494981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Hyperparamter tuning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0E6DD1D-BA59-7158-D9E0-B3369A6AEA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257471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34760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60CA8B-0855-7C9E-C79E-5CBE0EA4A8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42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60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9B91-2312-A7D8-AB38-66A89AF4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71FD-17F1-3436-29AA-D0B448843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/>
              <a:t>AlShehhi</a:t>
            </a:r>
            <a:r>
              <a:rPr lang="en-IN" dirty="0"/>
              <a:t>, A., Qamar, F., Khan, S., Hassan, N.U., Saeed, Q., </a:t>
            </a:r>
            <a:r>
              <a:rPr lang="en-IN" dirty="0" err="1"/>
              <a:t>AbuDagga</a:t>
            </a:r>
            <a:r>
              <a:rPr lang="en-IN" dirty="0"/>
              <a:t>, A., </a:t>
            </a:r>
            <a:r>
              <a:rPr lang="en-IN" dirty="0" err="1"/>
              <a:t>AlHebshi</a:t>
            </a:r>
            <a:r>
              <a:rPr lang="en-IN" dirty="0"/>
              <a:t>, R., AlAwadhi, A. &amp; Taha, F., 2023. </a:t>
            </a:r>
            <a:r>
              <a:rPr lang="en-IN" i="1" dirty="0"/>
              <a:t>Artificial intelligence for improving Nitrogen Dioxide forecasting of Abu-Dhabi environment agency ground-based stations</a:t>
            </a:r>
            <a:r>
              <a:rPr lang="en-IN" dirty="0"/>
              <a:t>. </a:t>
            </a:r>
            <a:r>
              <a:rPr lang="en-IN" i="1" dirty="0"/>
              <a:t>Journal of Big Data</a:t>
            </a:r>
            <a:r>
              <a:rPr lang="en-IN" dirty="0"/>
              <a:t>, 10(1), pp.1-22.</a:t>
            </a:r>
          </a:p>
          <a:p>
            <a:pPr lvl="1"/>
            <a:r>
              <a:rPr lang="en-IN" dirty="0"/>
              <a:t>Link: </a:t>
            </a:r>
            <a:r>
              <a:rPr lang="en-IN" dirty="0">
                <a:hlinkClick r:id="rId2"/>
              </a:rPr>
              <a:t>https://journalofbigdata.springeropen.com/articles/10.1186/s40537-023-00754-z</a:t>
            </a:r>
            <a:endParaRPr lang="en-IN" dirty="0"/>
          </a:p>
          <a:p>
            <a:r>
              <a:rPr lang="en-IN" dirty="0"/>
              <a:t>Ahmad, N., Xu, X., Tang, Y., et al., 2024. ‘Estimation of ground-level NO₂ and its spatiotemporal variations using satellite data and nested </a:t>
            </a:r>
            <a:r>
              <a:rPr lang="en-IN" dirty="0" err="1"/>
              <a:t>XGBoost</a:t>
            </a:r>
            <a:r>
              <a:rPr lang="en-IN" dirty="0"/>
              <a:t> machine learning models’, </a:t>
            </a:r>
            <a:r>
              <a:rPr lang="en-IN" i="1" dirty="0"/>
              <a:t>Atmospheric Chemistry and Physics</a:t>
            </a:r>
            <a:r>
              <a:rPr lang="en-IN" dirty="0"/>
              <a:t>, 24, pp. 9645–9665.</a:t>
            </a:r>
          </a:p>
          <a:p>
            <a:pPr lvl="1"/>
            <a:r>
              <a:rPr lang="en-IN" dirty="0"/>
              <a:t>Link: </a:t>
            </a:r>
            <a:r>
              <a:rPr lang="en-IN" dirty="0">
                <a:hlinkClick r:id="rId3"/>
              </a:rPr>
              <a:t>https://acp.copernicus.org/articles/24/9645/2024/</a:t>
            </a:r>
            <a:endParaRPr lang="en-IN" dirty="0"/>
          </a:p>
          <a:p>
            <a:r>
              <a:rPr lang="en-IN" dirty="0"/>
              <a:t>Sulaimon, I.A., El-Shafie, A., Zaini, M.A. &amp; </a:t>
            </a:r>
            <a:r>
              <a:rPr lang="en-IN" dirty="0" err="1"/>
              <a:t>Yafouz</a:t>
            </a:r>
            <a:r>
              <a:rPr lang="en-IN" dirty="0"/>
              <a:t>, B., 2021. ‘Air pollution prediction using machine learning – A review’, </a:t>
            </a:r>
            <a:r>
              <a:rPr lang="en-IN" i="1" dirty="0"/>
              <a:t>Sustainability</a:t>
            </a:r>
            <a:r>
              <a:rPr lang="en-IN" dirty="0"/>
              <a:t>, 13(11), 6349.</a:t>
            </a:r>
          </a:p>
          <a:p>
            <a:pPr lvl="1"/>
            <a:r>
              <a:rPr lang="en-IN" dirty="0" err="1"/>
              <a:t>Link:</a:t>
            </a:r>
            <a:r>
              <a:rPr lang="en-IN" dirty="0" err="1">
                <a:hlinkClick r:id="rId4"/>
              </a:rPr>
              <a:t>https</a:t>
            </a:r>
            <a:r>
              <a:rPr lang="en-IN" dirty="0">
                <a:hlinkClick r:id="rId4"/>
              </a:rPr>
              <a:t>://www.research.herts.ac.uk/ws/files/32433439/conference_paper_2_Ismail_etal.pdf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638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74C2-9476-8BEF-972B-0E471893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E7910-67FF-44F5-80C2-E6B5E681D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Trying to Increase the accuracy of the model by including more temporal features like humidity, pressure from Open-</a:t>
            </a:r>
            <a:r>
              <a:rPr lang="en-US" dirty="0" err="1"/>
              <a:t>Meteo</a:t>
            </a:r>
            <a:r>
              <a:rPr lang="en-US" dirty="0"/>
              <a:t> API.</a:t>
            </a:r>
          </a:p>
          <a:p>
            <a:r>
              <a:rPr lang="en-US" dirty="0"/>
              <a:t>Trying to Implement ARIMA model.</a:t>
            </a:r>
          </a:p>
          <a:p>
            <a:r>
              <a:rPr lang="en-US" dirty="0"/>
              <a:t>Start doing the Full Project Report (FPR)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98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A95FD-142F-FDA9-EE82-9BD6F3AA1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2630" y="448181"/>
            <a:ext cx="7445661" cy="1146939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9600FFC-92AF-4AD3-9595-B0E23476B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195590" y="661358"/>
            <a:ext cx="0" cy="57607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44AE119-34D0-4AA7-E025-461C6D75A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34996" y="1666639"/>
            <a:ext cx="4733020" cy="473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608</Words>
  <Application>Microsoft Office PowerPoint</Application>
  <PresentationFormat>Widescreen</PresentationFormat>
  <Paragraphs>59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Calisto MT</vt:lpstr>
      <vt:lpstr>Times New Roman</vt:lpstr>
      <vt:lpstr>Univers Condensed</vt:lpstr>
      <vt:lpstr>ChronicleVTI</vt:lpstr>
      <vt:lpstr>Predicting Nitrogen Dioxide (NO₂) Concentrations in Houston Using Machine Learning and Time-Series Analysis (2018–2024)</vt:lpstr>
      <vt:lpstr>Research question</vt:lpstr>
      <vt:lpstr>Dataset</vt:lpstr>
      <vt:lpstr>Combining the Datasets and Fetching the weather data</vt:lpstr>
      <vt:lpstr>Data Preprocessing and cleaning</vt:lpstr>
      <vt:lpstr>PowerPoint Presentation</vt:lpstr>
      <vt:lpstr>Exploratory data analysis (EDA)</vt:lpstr>
      <vt:lpstr>EDA Graphs </vt:lpstr>
      <vt:lpstr>Feature engineering</vt:lpstr>
      <vt:lpstr>Model implementation</vt:lpstr>
      <vt:lpstr>Results of the models before Hyperparameter tuning</vt:lpstr>
      <vt:lpstr>PowerPoint Presentation</vt:lpstr>
      <vt:lpstr>Hyperparamter tuning</vt:lpstr>
      <vt:lpstr>PowerPoint Presentation</vt:lpstr>
      <vt:lpstr>References</vt:lpstr>
      <vt:lpstr>Next steps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Revanth Kumar Sagala</dc:creator>
  <cp:lastModifiedBy>Revanth Kumar Sagala</cp:lastModifiedBy>
  <cp:revision>1</cp:revision>
  <dcterms:created xsi:type="dcterms:W3CDTF">2025-11-24T18:05:05Z</dcterms:created>
  <dcterms:modified xsi:type="dcterms:W3CDTF">2025-11-24T19:52:46Z</dcterms:modified>
</cp:coreProperties>
</file>